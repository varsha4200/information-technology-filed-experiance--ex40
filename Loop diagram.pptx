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3" d="100"/>
          <a:sy n="53" d="100"/>
        </p:scale>
        <p:origin x="4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reports/data-breach-action-guide" TargetMode="External"/><Relationship Id="rId1" Type="http://schemas.openxmlformats.org/officeDocument/2006/relationships/hyperlink" Target="https://www.ponemon.org/" TargetMode="External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reports/data-breach-action-guide" TargetMode="External"/><Relationship Id="rId1" Type="http://schemas.openxmlformats.org/officeDocument/2006/relationships/hyperlink" Target="https://www.ponemon.org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48AE10-73FB-4837-A20F-2D4196713DC3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E272BF2-D698-4B5D-BFAF-1DDB77996ABF}">
      <dgm:prSet/>
      <dgm:spPr/>
      <dgm:t>
        <a:bodyPr/>
        <a:lstStyle/>
        <a:p>
          <a:r>
            <a:rPr lang="en-US" dirty="0"/>
            <a:t>In the modern digital age, the frequency of data loss because of unencrypted backups is a serious worry. This issue can have significant effects for individuals and companies, leading to monetary damages, adverse publicity, and operational interruption. </a:t>
          </a:r>
        </a:p>
      </dgm:t>
    </dgm:pt>
    <dgm:pt modelId="{C71D3150-0516-404B-881E-0A7290815498}" type="parTrans" cxnId="{EAD6D9AA-C105-406D-959E-E165314DBB6D}">
      <dgm:prSet/>
      <dgm:spPr/>
      <dgm:t>
        <a:bodyPr/>
        <a:lstStyle/>
        <a:p>
          <a:endParaRPr lang="en-US"/>
        </a:p>
      </dgm:t>
    </dgm:pt>
    <dgm:pt modelId="{3D29DCDA-4513-40A4-9C21-9953342B06DE}" type="sibTrans" cxnId="{EAD6D9AA-C105-406D-959E-E165314DBB6D}">
      <dgm:prSet phldrT="1" phldr="0"/>
      <dgm:spPr/>
      <dgm:t>
        <a:bodyPr/>
        <a:lstStyle/>
        <a:p>
          <a:endParaRPr lang="en-US"/>
        </a:p>
      </dgm:t>
    </dgm:pt>
    <dgm:pt modelId="{0B3772F7-6868-4E8A-8255-A6F27BDBCD36}">
      <dgm:prSet/>
      <dgm:spPr/>
      <dgm:t>
        <a:bodyPr/>
        <a:lstStyle/>
        <a:p>
          <a:r>
            <a:rPr lang="en-US" b="1"/>
            <a:t>Typical Reasons for Unsecured Backups:</a:t>
          </a:r>
          <a:endParaRPr lang="en-US"/>
        </a:p>
      </dgm:t>
    </dgm:pt>
    <dgm:pt modelId="{2466F4FC-3CCE-48F0-8F0B-8E347F0B3904}" type="parTrans" cxnId="{75562E64-0F04-438C-99F1-E6D124653581}">
      <dgm:prSet/>
      <dgm:spPr/>
      <dgm:t>
        <a:bodyPr/>
        <a:lstStyle/>
        <a:p>
          <a:endParaRPr lang="en-US"/>
        </a:p>
      </dgm:t>
    </dgm:pt>
    <dgm:pt modelId="{0AECD937-B013-4556-A24F-6B386C6BA6E8}" type="sibTrans" cxnId="{75562E64-0F04-438C-99F1-E6D124653581}">
      <dgm:prSet phldrT="2" phldr="0"/>
      <dgm:spPr/>
      <dgm:t>
        <a:bodyPr/>
        <a:lstStyle/>
        <a:p>
          <a:endParaRPr lang="en-US"/>
        </a:p>
      </dgm:t>
    </dgm:pt>
    <dgm:pt modelId="{79ADF69B-B93D-4302-BDF3-F352D4CB3147}">
      <dgm:prSet/>
      <dgm:spPr/>
      <dgm:t>
        <a:bodyPr/>
        <a:lstStyle/>
        <a:p>
          <a:r>
            <a:rPr lang="en-US"/>
            <a:t>Lack of Encryption: Without the use of encryption, sensitive data can be easily viewed and stolen by unauthorized parties.   </a:t>
          </a:r>
        </a:p>
      </dgm:t>
    </dgm:pt>
    <dgm:pt modelId="{E08134F4-B6B8-4558-80EC-897B40A88DE8}" type="parTrans" cxnId="{1453F6CE-3621-40D0-91E1-F6C57B9E267F}">
      <dgm:prSet/>
      <dgm:spPr/>
      <dgm:t>
        <a:bodyPr/>
        <a:lstStyle/>
        <a:p>
          <a:endParaRPr lang="en-US"/>
        </a:p>
      </dgm:t>
    </dgm:pt>
    <dgm:pt modelId="{9C271282-1F06-47FC-AF73-A632C4829E30}" type="sibTrans" cxnId="{1453F6CE-3621-40D0-91E1-F6C57B9E267F}">
      <dgm:prSet phldrT="3" phldr="0"/>
      <dgm:spPr/>
      <dgm:t>
        <a:bodyPr/>
        <a:lstStyle/>
        <a:p>
          <a:endParaRPr lang="en-US"/>
        </a:p>
      </dgm:t>
    </dgm:pt>
    <dgm:pt modelId="{955E470B-2E3A-45E6-9ED2-707D703C4B64}">
      <dgm:prSet/>
      <dgm:spPr/>
      <dgm:t>
        <a:bodyPr/>
        <a:lstStyle/>
        <a:p>
          <a:r>
            <a:rPr lang="en-US"/>
            <a:t>Weak Access restrictions: Malicious actors may be able to access backup data without authorization if there are insufficient access restrictions in place, such as inadequate passwords or insufficient permissions. </a:t>
          </a:r>
        </a:p>
      </dgm:t>
    </dgm:pt>
    <dgm:pt modelId="{6759A889-0B77-488E-933C-B59DDC9E478A}" type="parTrans" cxnId="{7A81FDB6-CA9E-45B1-A914-15D62CAC1811}">
      <dgm:prSet/>
      <dgm:spPr/>
      <dgm:t>
        <a:bodyPr/>
        <a:lstStyle/>
        <a:p>
          <a:endParaRPr lang="en-US"/>
        </a:p>
      </dgm:t>
    </dgm:pt>
    <dgm:pt modelId="{851C0E90-9AC1-4AAB-AFEE-F65F57C11D1B}" type="sibTrans" cxnId="{7A81FDB6-CA9E-45B1-A914-15D62CAC1811}">
      <dgm:prSet phldrT="4" phldr="0"/>
      <dgm:spPr/>
      <dgm:t>
        <a:bodyPr/>
        <a:lstStyle/>
        <a:p>
          <a:endParaRPr lang="en-US"/>
        </a:p>
      </dgm:t>
    </dgm:pt>
    <dgm:pt modelId="{474815DC-071E-4ED4-9BEF-17C78DFD6740}">
      <dgm:prSet/>
      <dgm:spPr/>
      <dgm:t>
        <a:bodyPr/>
        <a:lstStyle/>
        <a:p>
          <a:r>
            <a:rPr lang="en-US"/>
            <a:t>Inadequate Off-Site Storage: Depending only on on-site storage raises the possibility of data loss because of physical breaches, technical malfunctions, or natural disasters.</a:t>
          </a:r>
        </a:p>
      </dgm:t>
    </dgm:pt>
    <dgm:pt modelId="{3BFE0506-FA4F-4AB2-B4DC-295CD4745473}" type="parTrans" cxnId="{A82CCE68-5E2E-40CF-B530-9A1FFB2BFD03}">
      <dgm:prSet/>
      <dgm:spPr/>
      <dgm:t>
        <a:bodyPr/>
        <a:lstStyle/>
        <a:p>
          <a:endParaRPr lang="en-US"/>
        </a:p>
      </dgm:t>
    </dgm:pt>
    <dgm:pt modelId="{7965E051-A973-42B0-8AEC-242541A21EE4}" type="sibTrans" cxnId="{A82CCE68-5E2E-40CF-B530-9A1FFB2BFD03}">
      <dgm:prSet phldrT="5" phldr="0"/>
      <dgm:spPr/>
      <dgm:t>
        <a:bodyPr/>
        <a:lstStyle/>
        <a:p>
          <a:endParaRPr lang="en-US"/>
        </a:p>
      </dgm:t>
    </dgm:pt>
    <dgm:pt modelId="{AECD6F1F-733A-4DB1-A2B5-029E2E785533}">
      <dgm:prSet/>
      <dgm:spPr/>
      <dgm:t>
        <a:bodyPr/>
        <a:lstStyle/>
        <a:p>
          <a:r>
            <a:rPr lang="en-US"/>
            <a:t>Human error: Data loss may result from inadvertent deletions, incorrect setups, or outdated backups.</a:t>
          </a:r>
        </a:p>
      </dgm:t>
    </dgm:pt>
    <dgm:pt modelId="{44482E00-3A52-42EA-BB52-01A9F349746A}" type="parTrans" cxnId="{BCA6EB87-E58F-4D81-B08E-61CA73A5796E}">
      <dgm:prSet/>
      <dgm:spPr/>
      <dgm:t>
        <a:bodyPr/>
        <a:lstStyle/>
        <a:p>
          <a:endParaRPr lang="en-US"/>
        </a:p>
      </dgm:t>
    </dgm:pt>
    <dgm:pt modelId="{9C4E9365-D8B2-4835-B5A7-0AFE009C17F0}" type="sibTrans" cxnId="{BCA6EB87-E58F-4D81-B08E-61CA73A5796E}">
      <dgm:prSet phldrT="6" phldr="0"/>
      <dgm:spPr/>
      <dgm:t>
        <a:bodyPr/>
        <a:lstStyle/>
        <a:p>
          <a:endParaRPr lang="en-US"/>
        </a:p>
      </dgm:t>
    </dgm:pt>
    <dgm:pt modelId="{71BBDA4E-2758-464C-8A6B-101EB832C4B3}">
      <dgm:prSet/>
      <dgm:spPr/>
      <dgm:t>
        <a:bodyPr/>
        <a:lstStyle/>
        <a:p>
          <a:r>
            <a:rPr lang="en-US" b="1"/>
            <a:t>The Repercussions of Insecure Backups:</a:t>
          </a:r>
          <a:endParaRPr lang="en-US"/>
        </a:p>
      </dgm:t>
    </dgm:pt>
    <dgm:pt modelId="{56AE0475-B632-4068-9061-AD234F5F039C}" type="parTrans" cxnId="{B22185E0-D9C4-450D-A201-E6B151D17485}">
      <dgm:prSet/>
      <dgm:spPr/>
      <dgm:t>
        <a:bodyPr/>
        <a:lstStyle/>
        <a:p>
          <a:endParaRPr lang="en-US"/>
        </a:p>
      </dgm:t>
    </dgm:pt>
    <dgm:pt modelId="{497D3284-0AC7-48BF-B0EF-73985982E1BD}" type="sibTrans" cxnId="{B22185E0-D9C4-450D-A201-E6B151D17485}">
      <dgm:prSet phldrT="7" phldr="0"/>
      <dgm:spPr/>
      <dgm:t>
        <a:bodyPr/>
        <a:lstStyle/>
        <a:p>
          <a:endParaRPr lang="en-US"/>
        </a:p>
      </dgm:t>
    </dgm:pt>
    <dgm:pt modelId="{4A3CA3B6-3669-4771-AB71-299B712E1A43}">
      <dgm:prSet/>
      <dgm:spPr/>
      <dgm:t>
        <a:bodyPr/>
        <a:lstStyle/>
        <a:p>
          <a:r>
            <a:rPr lang="en-US"/>
            <a:t>Financial Loss: Legal fees, missed income, and cleanup costs associated with data breaches can add up to substantial financial losses. </a:t>
          </a:r>
        </a:p>
      </dgm:t>
    </dgm:pt>
    <dgm:pt modelId="{8FD25F59-77DA-4E9E-A103-67E953C2A3F1}" type="parTrans" cxnId="{8830E21F-FA44-4CB7-9847-B870A1968A99}">
      <dgm:prSet/>
      <dgm:spPr/>
      <dgm:t>
        <a:bodyPr/>
        <a:lstStyle/>
        <a:p>
          <a:endParaRPr lang="en-US"/>
        </a:p>
      </dgm:t>
    </dgm:pt>
    <dgm:pt modelId="{AB5AEC5D-3185-40F9-A9B0-351159525117}" type="sibTrans" cxnId="{8830E21F-FA44-4CB7-9847-B870A1968A99}">
      <dgm:prSet phldrT="8" phldr="0"/>
      <dgm:spPr/>
      <dgm:t>
        <a:bodyPr/>
        <a:lstStyle/>
        <a:p>
          <a:endParaRPr lang="en-US"/>
        </a:p>
      </dgm:t>
    </dgm:pt>
    <dgm:pt modelId="{2AEA7602-B9B3-46E0-A92D-0DD9548B38B2}">
      <dgm:prSet/>
      <dgm:spPr/>
      <dgm:t>
        <a:bodyPr/>
        <a:lstStyle/>
        <a:p>
          <a:r>
            <a:rPr lang="en-US"/>
            <a:t>Reputational Damage: A hacking attack has the potential to undermine consumer confidence and harm a company's brand. </a:t>
          </a:r>
        </a:p>
      </dgm:t>
    </dgm:pt>
    <dgm:pt modelId="{EF4C5C01-277A-4E14-B02D-690669A379CF}" type="parTrans" cxnId="{004BF06F-DC92-44A9-81E5-F81876F5306A}">
      <dgm:prSet/>
      <dgm:spPr/>
      <dgm:t>
        <a:bodyPr/>
        <a:lstStyle/>
        <a:p>
          <a:endParaRPr lang="en-US"/>
        </a:p>
      </dgm:t>
    </dgm:pt>
    <dgm:pt modelId="{A93287BF-9E22-4A1E-83BF-778875230C81}" type="sibTrans" cxnId="{004BF06F-DC92-44A9-81E5-F81876F5306A}">
      <dgm:prSet phldrT="9" phldr="0"/>
      <dgm:spPr/>
      <dgm:t>
        <a:bodyPr/>
        <a:lstStyle/>
        <a:p>
          <a:endParaRPr lang="en-US"/>
        </a:p>
      </dgm:t>
    </dgm:pt>
    <dgm:pt modelId="{F59C52F0-9D2C-447C-B39E-277BD25E6987}">
      <dgm:prSet/>
      <dgm:spPr/>
      <dgm:t>
        <a:bodyPr/>
        <a:lstStyle/>
        <a:p>
          <a:r>
            <a:rPr lang="en-US"/>
            <a:t>Operational Disruption: When a company's data is lost, it can cause downtime, lost productivity, and disgruntled customers. </a:t>
          </a:r>
        </a:p>
      </dgm:t>
    </dgm:pt>
    <dgm:pt modelId="{835FE860-D198-4DE5-8699-F6BF4C67800C}" type="parTrans" cxnId="{C6B2A2D6-F0E2-4E40-9026-455EEC9F33F4}">
      <dgm:prSet/>
      <dgm:spPr/>
      <dgm:t>
        <a:bodyPr/>
        <a:lstStyle/>
        <a:p>
          <a:endParaRPr lang="en-US"/>
        </a:p>
      </dgm:t>
    </dgm:pt>
    <dgm:pt modelId="{7D623AF6-D253-493A-AB2D-DFD74BA73DF2}" type="sibTrans" cxnId="{C6B2A2D6-F0E2-4E40-9026-455EEC9F33F4}">
      <dgm:prSet phldrT="10" phldr="0"/>
      <dgm:spPr/>
      <dgm:t>
        <a:bodyPr/>
        <a:lstStyle/>
        <a:p>
          <a:endParaRPr lang="en-US"/>
        </a:p>
      </dgm:t>
    </dgm:pt>
    <dgm:pt modelId="{7CD31477-3FD5-4774-8407-153B5347554C}">
      <dgm:prSet/>
      <dgm:spPr/>
      <dgm:t>
        <a:bodyPr/>
        <a:lstStyle/>
        <a:p>
          <a:r>
            <a:rPr lang="en-US"/>
            <a:t>Regulatory Fines: Serious penalties may be imposed for breaking data protection laws like GDPR and HIPAA. </a:t>
          </a:r>
        </a:p>
      </dgm:t>
    </dgm:pt>
    <dgm:pt modelId="{9394059A-DA01-4CEF-887B-49893C69E3BF}" type="parTrans" cxnId="{48ED47E2-63DE-4B36-AB2D-2AEB4B5E19C9}">
      <dgm:prSet/>
      <dgm:spPr/>
      <dgm:t>
        <a:bodyPr/>
        <a:lstStyle/>
        <a:p>
          <a:endParaRPr lang="en-US"/>
        </a:p>
      </dgm:t>
    </dgm:pt>
    <dgm:pt modelId="{BF715D14-B9E6-4866-B1C2-8EEF1CDB651C}" type="sibTrans" cxnId="{48ED47E2-63DE-4B36-AB2D-2AEB4B5E19C9}">
      <dgm:prSet phldrT="11" phldr="0"/>
      <dgm:spPr/>
      <dgm:t>
        <a:bodyPr/>
        <a:lstStyle/>
        <a:p>
          <a:endParaRPr lang="en-US"/>
        </a:p>
      </dgm:t>
    </dgm:pt>
    <dgm:pt modelId="{35963C4E-54B6-40CA-A00F-DFD3AAC855F1}" type="pres">
      <dgm:prSet presAssocID="{8648AE10-73FB-4837-A20F-2D4196713DC3}" presName="Name0" presStyleCnt="0">
        <dgm:presLayoutVars>
          <dgm:dir/>
          <dgm:resizeHandles/>
        </dgm:presLayoutVars>
      </dgm:prSet>
      <dgm:spPr/>
    </dgm:pt>
    <dgm:pt modelId="{42EF418D-04FD-466F-88B9-FFCDDEEB26C6}" type="pres">
      <dgm:prSet presAssocID="{2E272BF2-D698-4B5D-BFAF-1DDB77996ABF}" presName="compNode" presStyleCnt="0"/>
      <dgm:spPr/>
    </dgm:pt>
    <dgm:pt modelId="{46D24092-A9B1-4C9E-AFAC-A740DDEE029E}" type="pres">
      <dgm:prSet presAssocID="{2E272BF2-D698-4B5D-BFAF-1DDB77996ABF}" presName="dummyConnPt" presStyleCnt="0"/>
      <dgm:spPr/>
    </dgm:pt>
    <dgm:pt modelId="{EAF3A5E8-0128-4E59-A061-13D3637F909C}" type="pres">
      <dgm:prSet presAssocID="{2E272BF2-D698-4B5D-BFAF-1DDB77996ABF}" presName="node" presStyleLbl="node1" presStyleIdx="0" presStyleCnt="11">
        <dgm:presLayoutVars>
          <dgm:bulletEnabled val="1"/>
        </dgm:presLayoutVars>
      </dgm:prSet>
      <dgm:spPr/>
    </dgm:pt>
    <dgm:pt modelId="{961E4B1C-C6E0-45B5-99DF-6C5DEF0049D2}" type="pres">
      <dgm:prSet presAssocID="{3D29DCDA-4513-40A4-9C21-9953342B06DE}" presName="sibTrans" presStyleLbl="bgSibTrans2D1" presStyleIdx="0" presStyleCnt="10"/>
      <dgm:spPr/>
    </dgm:pt>
    <dgm:pt modelId="{9A35117E-B9FD-4956-BD64-59C9963C9428}" type="pres">
      <dgm:prSet presAssocID="{0B3772F7-6868-4E8A-8255-A6F27BDBCD36}" presName="compNode" presStyleCnt="0"/>
      <dgm:spPr/>
    </dgm:pt>
    <dgm:pt modelId="{1D4CEA79-1A67-4E64-9C00-E8B90DE2572D}" type="pres">
      <dgm:prSet presAssocID="{0B3772F7-6868-4E8A-8255-A6F27BDBCD36}" presName="dummyConnPt" presStyleCnt="0"/>
      <dgm:spPr/>
    </dgm:pt>
    <dgm:pt modelId="{846BD2CF-1525-4539-B6B8-64375E48CC59}" type="pres">
      <dgm:prSet presAssocID="{0B3772F7-6868-4E8A-8255-A6F27BDBCD36}" presName="node" presStyleLbl="node1" presStyleIdx="1" presStyleCnt="11">
        <dgm:presLayoutVars>
          <dgm:bulletEnabled val="1"/>
        </dgm:presLayoutVars>
      </dgm:prSet>
      <dgm:spPr/>
    </dgm:pt>
    <dgm:pt modelId="{6D994779-5CF2-4673-8AD6-4DFCC0E5EB9A}" type="pres">
      <dgm:prSet presAssocID="{0AECD937-B013-4556-A24F-6B386C6BA6E8}" presName="sibTrans" presStyleLbl="bgSibTrans2D1" presStyleIdx="1" presStyleCnt="10"/>
      <dgm:spPr/>
    </dgm:pt>
    <dgm:pt modelId="{AF03F5EE-78F5-48A5-BE42-365B5C919124}" type="pres">
      <dgm:prSet presAssocID="{79ADF69B-B93D-4302-BDF3-F352D4CB3147}" presName="compNode" presStyleCnt="0"/>
      <dgm:spPr/>
    </dgm:pt>
    <dgm:pt modelId="{CF379E36-24C2-4062-9EDE-915C6EE09233}" type="pres">
      <dgm:prSet presAssocID="{79ADF69B-B93D-4302-BDF3-F352D4CB3147}" presName="dummyConnPt" presStyleCnt="0"/>
      <dgm:spPr/>
    </dgm:pt>
    <dgm:pt modelId="{DEA5FE24-64D8-4EC2-B684-046B6CA09EBC}" type="pres">
      <dgm:prSet presAssocID="{79ADF69B-B93D-4302-BDF3-F352D4CB3147}" presName="node" presStyleLbl="node1" presStyleIdx="2" presStyleCnt="11">
        <dgm:presLayoutVars>
          <dgm:bulletEnabled val="1"/>
        </dgm:presLayoutVars>
      </dgm:prSet>
      <dgm:spPr/>
    </dgm:pt>
    <dgm:pt modelId="{8B5A7782-39AC-4AB9-B7D1-6F953F2C100F}" type="pres">
      <dgm:prSet presAssocID="{9C271282-1F06-47FC-AF73-A632C4829E30}" presName="sibTrans" presStyleLbl="bgSibTrans2D1" presStyleIdx="2" presStyleCnt="10"/>
      <dgm:spPr/>
    </dgm:pt>
    <dgm:pt modelId="{9515B942-C993-4927-9522-9AD56DD0641F}" type="pres">
      <dgm:prSet presAssocID="{955E470B-2E3A-45E6-9ED2-707D703C4B64}" presName="compNode" presStyleCnt="0"/>
      <dgm:spPr/>
    </dgm:pt>
    <dgm:pt modelId="{253F39D1-4C56-4444-9C41-CF68F64FE6B6}" type="pres">
      <dgm:prSet presAssocID="{955E470B-2E3A-45E6-9ED2-707D703C4B64}" presName="dummyConnPt" presStyleCnt="0"/>
      <dgm:spPr/>
    </dgm:pt>
    <dgm:pt modelId="{A7DB65E9-9463-4497-8C73-38866E2B383D}" type="pres">
      <dgm:prSet presAssocID="{955E470B-2E3A-45E6-9ED2-707D703C4B64}" presName="node" presStyleLbl="node1" presStyleIdx="3" presStyleCnt="11">
        <dgm:presLayoutVars>
          <dgm:bulletEnabled val="1"/>
        </dgm:presLayoutVars>
      </dgm:prSet>
      <dgm:spPr/>
    </dgm:pt>
    <dgm:pt modelId="{41D54859-8D3C-42F8-84E3-E7291FF98992}" type="pres">
      <dgm:prSet presAssocID="{851C0E90-9AC1-4AAB-AFEE-F65F57C11D1B}" presName="sibTrans" presStyleLbl="bgSibTrans2D1" presStyleIdx="3" presStyleCnt="10"/>
      <dgm:spPr/>
    </dgm:pt>
    <dgm:pt modelId="{A72F389B-6676-4E61-B2B7-7AE9C1DEB57E}" type="pres">
      <dgm:prSet presAssocID="{474815DC-071E-4ED4-9BEF-17C78DFD6740}" presName="compNode" presStyleCnt="0"/>
      <dgm:spPr/>
    </dgm:pt>
    <dgm:pt modelId="{F15E1801-7D29-4CD7-A1B6-2D6046EF0206}" type="pres">
      <dgm:prSet presAssocID="{474815DC-071E-4ED4-9BEF-17C78DFD6740}" presName="dummyConnPt" presStyleCnt="0"/>
      <dgm:spPr/>
    </dgm:pt>
    <dgm:pt modelId="{ED6C05A1-ECFD-41D2-BA4D-83E5D8AFA774}" type="pres">
      <dgm:prSet presAssocID="{474815DC-071E-4ED4-9BEF-17C78DFD6740}" presName="node" presStyleLbl="node1" presStyleIdx="4" presStyleCnt="11">
        <dgm:presLayoutVars>
          <dgm:bulletEnabled val="1"/>
        </dgm:presLayoutVars>
      </dgm:prSet>
      <dgm:spPr/>
    </dgm:pt>
    <dgm:pt modelId="{C3B1A16C-3FA6-4EA2-B6B3-2C4BD7BD4A61}" type="pres">
      <dgm:prSet presAssocID="{7965E051-A973-42B0-8AEC-242541A21EE4}" presName="sibTrans" presStyleLbl="bgSibTrans2D1" presStyleIdx="4" presStyleCnt="10"/>
      <dgm:spPr/>
    </dgm:pt>
    <dgm:pt modelId="{BCE4EB60-FEC7-4CEC-9D43-A57E8B84CDAC}" type="pres">
      <dgm:prSet presAssocID="{AECD6F1F-733A-4DB1-A2B5-029E2E785533}" presName="compNode" presStyleCnt="0"/>
      <dgm:spPr/>
    </dgm:pt>
    <dgm:pt modelId="{10D5CF5A-B36D-4731-B434-FC5E2628B5C2}" type="pres">
      <dgm:prSet presAssocID="{AECD6F1F-733A-4DB1-A2B5-029E2E785533}" presName="dummyConnPt" presStyleCnt="0"/>
      <dgm:spPr/>
    </dgm:pt>
    <dgm:pt modelId="{FC8F2A19-2F61-4D4B-8204-F8A3EC4BAF75}" type="pres">
      <dgm:prSet presAssocID="{AECD6F1F-733A-4DB1-A2B5-029E2E785533}" presName="node" presStyleLbl="node1" presStyleIdx="5" presStyleCnt="11">
        <dgm:presLayoutVars>
          <dgm:bulletEnabled val="1"/>
        </dgm:presLayoutVars>
      </dgm:prSet>
      <dgm:spPr/>
    </dgm:pt>
    <dgm:pt modelId="{546B53BD-756A-459E-AE8A-D030D1730B02}" type="pres">
      <dgm:prSet presAssocID="{9C4E9365-D8B2-4835-B5A7-0AFE009C17F0}" presName="sibTrans" presStyleLbl="bgSibTrans2D1" presStyleIdx="5" presStyleCnt="10"/>
      <dgm:spPr/>
    </dgm:pt>
    <dgm:pt modelId="{F6448951-403E-4CE8-9802-6FBB0827E687}" type="pres">
      <dgm:prSet presAssocID="{71BBDA4E-2758-464C-8A6B-101EB832C4B3}" presName="compNode" presStyleCnt="0"/>
      <dgm:spPr/>
    </dgm:pt>
    <dgm:pt modelId="{8A7AFF86-6CA8-481D-B8AA-1F97685AF01C}" type="pres">
      <dgm:prSet presAssocID="{71BBDA4E-2758-464C-8A6B-101EB832C4B3}" presName="dummyConnPt" presStyleCnt="0"/>
      <dgm:spPr/>
    </dgm:pt>
    <dgm:pt modelId="{B676C988-5475-4AAD-965F-BC48C48545E5}" type="pres">
      <dgm:prSet presAssocID="{71BBDA4E-2758-464C-8A6B-101EB832C4B3}" presName="node" presStyleLbl="node1" presStyleIdx="6" presStyleCnt="11">
        <dgm:presLayoutVars>
          <dgm:bulletEnabled val="1"/>
        </dgm:presLayoutVars>
      </dgm:prSet>
      <dgm:spPr/>
    </dgm:pt>
    <dgm:pt modelId="{2CA22EE3-9CDA-4B44-B562-5F1A68435FC6}" type="pres">
      <dgm:prSet presAssocID="{497D3284-0AC7-48BF-B0EF-73985982E1BD}" presName="sibTrans" presStyleLbl="bgSibTrans2D1" presStyleIdx="6" presStyleCnt="10"/>
      <dgm:spPr/>
    </dgm:pt>
    <dgm:pt modelId="{18CE77C5-1C66-473A-A02C-907AB452FBFE}" type="pres">
      <dgm:prSet presAssocID="{4A3CA3B6-3669-4771-AB71-299B712E1A43}" presName="compNode" presStyleCnt="0"/>
      <dgm:spPr/>
    </dgm:pt>
    <dgm:pt modelId="{CC339AA5-EBE1-4623-B59E-A6EC449A9448}" type="pres">
      <dgm:prSet presAssocID="{4A3CA3B6-3669-4771-AB71-299B712E1A43}" presName="dummyConnPt" presStyleCnt="0"/>
      <dgm:spPr/>
    </dgm:pt>
    <dgm:pt modelId="{9E52BCD2-C1C1-45E4-B96B-4D2B71C657ED}" type="pres">
      <dgm:prSet presAssocID="{4A3CA3B6-3669-4771-AB71-299B712E1A43}" presName="node" presStyleLbl="node1" presStyleIdx="7" presStyleCnt="11">
        <dgm:presLayoutVars>
          <dgm:bulletEnabled val="1"/>
        </dgm:presLayoutVars>
      </dgm:prSet>
      <dgm:spPr/>
    </dgm:pt>
    <dgm:pt modelId="{2814F4C4-D235-44A2-A111-8CC85B927509}" type="pres">
      <dgm:prSet presAssocID="{AB5AEC5D-3185-40F9-A9B0-351159525117}" presName="sibTrans" presStyleLbl="bgSibTrans2D1" presStyleIdx="7" presStyleCnt="10"/>
      <dgm:spPr/>
    </dgm:pt>
    <dgm:pt modelId="{C7CDB409-64CC-45F7-9C1E-579EFC5A88E7}" type="pres">
      <dgm:prSet presAssocID="{2AEA7602-B9B3-46E0-A92D-0DD9548B38B2}" presName="compNode" presStyleCnt="0"/>
      <dgm:spPr/>
    </dgm:pt>
    <dgm:pt modelId="{605CF6D6-43D5-42B2-ABD5-049E4718F2A6}" type="pres">
      <dgm:prSet presAssocID="{2AEA7602-B9B3-46E0-A92D-0DD9548B38B2}" presName="dummyConnPt" presStyleCnt="0"/>
      <dgm:spPr/>
    </dgm:pt>
    <dgm:pt modelId="{2DAEDD1D-F7D3-486A-8BDE-6BC050FF3A95}" type="pres">
      <dgm:prSet presAssocID="{2AEA7602-B9B3-46E0-A92D-0DD9548B38B2}" presName="node" presStyleLbl="node1" presStyleIdx="8" presStyleCnt="11">
        <dgm:presLayoutVars>
          <dgm:bulletEnabled val="1"/>
        </dgm:presLayoutVars>
      </dgm:prSet>
      <dgm:spPr/>
    </dgm:pt>
    <dgm:pt modelId="{A4AC76E7-4B34-4051-B811-3300121792AA}" type="pres">
      <dgm:prSet presAssocID="{A93287BF-9E22-4A1E-83BF-778875230C81}" presName="sibTrans" presStyleLbl="bgSibTrans2D1" presStyleIdx="8" presStyleCnt="10"/>
      <dgm:spPr/>
    </dgm:pt>
    <dgm:pt modelId="{2169F82E-258D-42D9-ADAC-5FB4265C4549}" type="pres">
      <dgm:prSet presAssocID="{F59C52F0-9D2C-447C-B39E-277BD25E6987}" presName="compNode" presStyleCnt="0"/>
      <dgm:spPr/>
    </dgm:pt>
    <dgm:pt modelId="{A62538E2-D973-4591-BC4B-EB5A5C1E37D3}" type="pres">
      <dgm:prSet presAssocID="{F59C52F0-9D2C-447C-B39E-277BD25E6987}" presName="dummyConnPt" presStyleCnt="0"/>
      <dgm:spPr/>
    </dgm:pt>
    <dgm:pt modelId="{F5F80687-1BD2-46E4-AF81-122D176330A5}" type="pres">
      <dgm:prSet presAssocID="{F59C52F0-9D2C-447C-B39E-277BD25E6987}" presName="node" presStyleLbl="node1" presStyleIdx="9" presStyleCnt="11">
        <dgm:presLayoutVars>
          <dgm:bulletEnabled val="1"/>
        </dgm:presLayoutVars>
      </dgm:prSet>
      <dgm:spPr/>
    </dgm:pt>
    <dgm:pt modelId="{81600A49-1E56-4235-9F86-E255D3D27677}" type="pres">
      <dgm:prSet presAssocID="{7D623AF6-D253-493A-AB2D-DFD74BA73DF2}" presName="sibTrans" presStyleLbl="bgSibTrans2D1" presStyleIdx="9" presStyleCnt="10"/>
      <dgm:spPr/>
    </dgm:pt>
    <dgm:pt modelId="{EDAE3A67-FF56-4AAC-889E-0FE14B0036A2}" type="pres">
      <dgm:prSet presAssocID="{7CD31477-3FD5-4774-8407-153B5347554C}" presName="compNode" presStyleCnt="0"/>
      <dgm:spPr/>
    </dgm:pt>
    <dgm:pt modelId="{59B62F16-EDD2-4276-AAAA-8F9EC8C3BAF7}" type="pres">
      <dgm:prSet presAssocID="{7CD31477-3FD5-4774-8407-153B5347554C}" presName="dummyConnPt" presStyleCnt="0"/>
      <dgm:spPr/>
    </dgm:pt>
    <dgm:pt modelId="{7CFBE4AC-D1C8-4334-B19F-C05489D82B8C}" type="pres">
      <dgm:prSet presAssocID="{7CD31477-3FD5-4774-8407-153B5347554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800B2E07-B219-4CDE-910C-EF47485415C8}" type="presOf" srcId="{9C4E9365-D8B2-4835-B5A7-0AFE009C17F0}" destId="{546B53BD-756A-459E-AE8A-D030D1730B02}" srcOrd="0" destOrd="0" presId="urn:microsoft.com/office/officeart/2005/8/layout/bProcess4"/>
    <dgm:cxn modelId="{FBAC4219-70E3-4EB9-901B-33B237DF76D7}" type="presOf" srcId="{474815DC-071E-4ED4-9BEF-17C78DFD6740}" destId="{ED6C05A1-ECFD-41D2-BA4D-83E5D8AFA774}" srcOrd="0" destOrd="0" presId="urn:microsoft.com/office/officeart/2005/8/layout/bProcess4"/>
    <dgm:cxn modelId="{8830E21F-FA44-4CB7-9847-B870A1968A99}" srcId="{8648AE10-73FB-4837-A20F-2D4196713DC3}" destId="{4A3CA3B6-3669-4771-AB71-299B712E1A43}" srcOrd="7" destOrd="0" parTransId="{8FD25F59-77DA-4E9E-A103-67E953C2A3F1}" sibTransId="{AB5AEC5D-3185-40F9-A9B0-351159525117}"/>
    <dgm:cxn modelId="{3D3ABE21-F99E-47F8-91F4-6BC0BB5642E2}" type="presOf" srcId="{9C271282-1F06-47FC-AF73-A632C4829E30}" destId="{8B5A7782-39AC-4AB9-B7D1-6F953F2C100F}" srcOrd="0" destOrd="0" presId="urn:microsoft.com/office/officeart/2005/8/layout/bProcess4"/>
    <dgm:cxn modelId="{5DE36937-319D-4FDE-9945-910E5327BF48}" type="presOf" srcId="{497D3284-0AC7-48BF-B0EF-73985982E1BD}" destId="{2CA22EE3-9CDA-4B44-B562-5F1A68435FC6}" srcOrd="0" destOrd="0" presId="urn:microsoft.com/office/officeart/2005/8/layout/bProcess4"/>
    <dgm:cxn modelId="{D5E74B3B-D170-4674-9A0F-BA8DD16BEB8E}" type="presOf" srcId="{71BBDA4E-2758-464C-8A6B-101EB832C4B3}" destId="{B676C988-5475-4AAD-965F-BC48C48545E5}" srcOrd="0" destOrd="0" presId="urn:microsoft.com/office/officeart/2005/8/layout/bProcess4"/>
    <dgm:cxn modelId="{D49B133E-9F21-4407-9388-9CE09B9A5BB7}" type="presOf" srcId="{4A3CA3B6-3669-4771-AB71-299B712E1A43}" destId="{9E52BCD2-C1C1-45E4-B96B-4D2B71C657ED}" srcOrd="0" destOrd="0" presId="urn:microsoft.com/office/officeart/2005/8/layout/bProcess4"/>
    <dgm:cxn modelId="{F9B33941-8681-4407-A632-A40ED712D7AA}" type="presOf" srcId="{3D29DCDA-4513-40A4-9C21-9953342B06DE}" destId="{961E4B1C-C6E0-45B5-99DF-6C5DEF0049D2}" srcOrd="0" destOrd="0" presId="urn:microsoft.com/office/officeart/2005/8/layout/bProcess4"/>
    <dgm:cxn modelId="{28FF8742-C88E-4FE7-BE5A-5AE73424C37D}" type="presOf" srcId="{7D623AF6-D253-493A-AB2D-DFD74BA73DF2}" destId="{81600A49-1E56-4235-9F86-E255D3D27677}" srcOrd="0" destOrd="0" presId="urn:microsoft.com/office/officeart/2005/8/layout/bProcess4"/>
    <dgm:cxn modelId="{75562E64-0F04-438C-99F1-E6D124653581}" srcId="{8648AE10-73FB-4837-A20F-2D4196713DC3}" destId="{0B3772F7-6868-4E8A-8255-A6F27BDBCD36}" srcOrd="1" destOrd="0" parTransId="{2466F4FC-3CCE-48F0-8F0B-8E347F0B3904}" sibTransId="{0AECD937-B013-4556-A24F-6B386C6BA6E8}"/>
    <dgm:cxn modelId="{7C418C44-D7C4-481D-9684-509A398F0669}" type="presOf" srcId="{0B3772F7-6868-4E8A-8255-A6F27BDBCD36}" destId="{846BD2CF-1525-4539-B6B8-64375E48CC59}" srcOrd="0" destOrd="0" presId="urn:microsoft.com/office/officeart/2005/8/layout/bProcess4"/>
    <dgm:cxn modelId="{444A8D45-1622-4B7E-94F7-D0E816843C08}" type="presOf" srcId="{8648AE10-73FB-4837-A20F-2D4196713DC3}" destId="{35963C4E-54B6-40CA-A00F-DFD3AAC855F1}" srcOrd="0" destOrd="0" presId="urn:microsoft.com/office/officeart/2005/8/layout/bProcess4"/>
    <dgm:cxn modelId="{348FB248-88AA-4630-890D-E51C3FA0A534}" type="presOf" srcId="{2AEA7602-B9B3-46E0-A92D-0DD9548B38B2}" destId="{2DAEDD1D-F7D3-486A-8BDE-6BC050FF3A95}" srcOrd="0" destOrd="0" presId="urn:microsoft.com/office/officeart/2005/8/layout/bProcess4"/>
    <dgm:cxn modelId="{A82CCE68-5E2E-40CF-B530-9A1FFB2BFD03}" srcId="{8648AE10-73FB-4837-A20F-2D4196713DC3}" destId="{474815DC-071E-4ED4-9BEF-17C78DFD6740}" srcOrd="4" destOrd="0" parTransId="{3BFE0506-FA4F-4AB2-B4DC-295CD4745473}" sibTransId="{7965E051-A973-42B0-8AEC-242541A21EE4}"/>
    <dgm:cxn modelId="{004BF06F-DC92-44A9-81E5-F81876F5306A}" srcId="{8648AE10-73FB-4837-A20F-2D4196713DC3}" destId="{2AEA7602-B9B3-46E0-A92D-0DD9548B38B2}" srcOrd="8" destOrd="0" parTransId="{EF4C5C01-277A-4E14-B02D-690669A379CF}" sibTransId="{A93287BF-9E22-4A1E-83BF-778875230C81}"/>
    <dgm:cxn modelId="{E7C4A971-8A58-45B1-9238-589C82E4753E}" type="presOf" srcId="{AECD6F1F-733A-4DB1-A2B5-029E2E785533}" destId="{FC8F2A19-2F61-4D4B-8204-F8A3EC4BAF75}" srcOrd="0" destOrd="0" presId="urn:microsoft.com/office/officeart/2005/8/layout/bProcess4"/>
    <dgm:cxn modelId="{BCA6EB87-E58F-4D81-B08E-61CA73A5796E}" srcId="{8648AE10-73FB-4837-A20F-2D4196713DC3}" destId="{AECD6F1F-733A-4DB1-A2B5-029E2E785533}" srcOrd="5" destOrd="0" parTransId="{44482E00-3A52-42EA-BB52-01A9F349746A}" sibTransId="{9C4E9365-D8B2-4835-B5A7-0AFE009C17F0}"/>
    <dgm:cxn modelId="{16FF7B8C-1D3E-4956-89C9-9054CB3BB73F}" type="presOf" srcId="{7965E051-A973-42B0-8AEC-242541A21EE4}" destId="{C3B1A16C-3FA6-4EA2-B6B3-2C4BD7BD4A61}" srcOrd="0" destOrd="0" presId="urn:microsoft.com/office/officeart/2005/8/layout/bProcess4"/>
    <dgm:cxn modelId="{D08EB798-1EE7-4C54-8612-C7456C55FB94}" type="presOf" srcId="{AB5AEC5D-3185-40F9-A9B0-351159525117}" destId="{2814F4C4-D235-44A2-A111-8CC85B927509}" srcOrd="0" destOrd="0" presId="urn:microsoft.com/office/officeart/2005/8/layout/bProcess4"/>
    <dgm:cxn modelId="{43E387A8-C1DC-4191-AF1D-C2A5163A80EF}" type="presOf" srcId="{F59C52F0-9D2C-447C-B39E-277BD25E6987}" destId="{F5F80687-1BD2-46E4-AF81-122D176330A5}" srcOrd="0" destOrd="0" presId="urn:microsoft.com/office/officeart/2005/8/layout/bProcess4"/>
    <dgm:cxn modelId="{EAD6D9AA-C105-406D-959E-E165314DBB6D}" srcId="{8648AE10-73FB-4837-A20F-2D4196713DC3}" destId="{2E272BF2-D698-4B5D-BFAF-1DDB77996ABF}" srcOrd="0" destOrd="0" parTransId="{C71D3150-0516-404B-881E-0A7290815498}" sibTransId="{3D29DCDA-4513-40A4-9C21-9953342B06DE}"/>
    <dgm:cxn modelId="{10B891B1-ED2C-4ABE-8E3B-FA20902A2CCA}" type="presOf" srcId="{7CD31477-3FD5-4774-8407-153B5347554C}" destId="{7CFBE4AC-D1C8-4334-B19F-C05489D82B8C}" srcOrd="0" destOrd="0" presId="urn:microsoft.com/office/officeart/2005/8/layout/bProcess4"/>
    <dgm:cxn modelId="{7A81FDB6-CA9E-45B1-A914-15D62CAC1811}" srcId="{8648AE10-73FB-4837-A20F-2D4196713DC3}" destId="{955E470B-2E3A-45E6-9ED2-707D703C4B64}" srcOrd="3" destOrd="0" parTransId="{6759A889-0B77-488E-933C-B59DDC9E478A}" sibTransId="{851C0E90-9AC1-4AAB-AFEE-F65F57C11D1B}"/>
    <dgm:cxn modelId="{9CE24FBC-6404-4098-A912-EB108BFEABF5}" type="presOf" srcId="{955E470B-2E3A-45E6-9ED2-707D703C4B64}" destId="{A7DB65E9-9463-4497-8C73-38866E2B383D}" srcOrd="0" destOrd="0" presId="urn:microsoft.com/office/officeart/2005/8/layout/bProcess4"/>
    <dgm:cxn modelId="{1453F6CE-3621-40D0-91E1-F6C57B9E267F}" srcId="{8648AE10-73FB-4837-A20F-2D4196713DC3}" destId="{79ADF69B-B93D-4302-BDF3-F352D4CB3147}" srcOrd="2" destOrd="0" parTransId="{E08134F4-B6B8-4558-80EC-897B40A88DE8}" sibTransId="{9C271282-1F06-47FC-AF73-A632C4829E30}"/>
    <dgm:cxn modelId="{BF2FD0D4-FD65-476A-B49A-ABE54CC5A4F0}" type="presOf" srcId="{79ADF69B-B93D-4302-BDF3-F352D4CB3147}" destId="{DEA5FE24-64D8-4EC2-B684-046B6CA09EBC}" srcOrd="0" destOrd="0" presId="urn:microsoft.com/office/officeart/2005/8/layout/bProcess4"/>
    <dgm:cxn modelId="{C6B2A2D6-F0E2-4E40-9026-455EEC9F33F4}" srcId="{8648AE10-73FB-4837-A20F-2D4196713DC3}" destId="{F59C52F0-9D2C-447C-B39E-277BD25E6987}" srcOrd="9" destOrd="0" parTransId="{835FE860-D198-4DE5-8699-F6BF4C67800C}" sibTransId="{7D623AF6-D253-493A-AB2D-DFD74BA73DF2}"/>
    <dgm:cxn modelId="{95F9ECDB-6160-4193-B4C9-2AE84C3667CD}" type="presOf" srcId="{A93287BF-9E22-4A1E-83BF-778875230C81}" destId="{A4AC76E7-4B34-4051-B811-3300121792AA}" srcOrd="0" destOrd="0" presId="urn:microsoft.com/office/officeart/2005/8/layout/bProcess4"/>
    <dgm:cxn modelId="{B22185E0-D9C4-450D-A201-E6B151D17485}" srcId="{8648AE10-73FB-4837-A20F-2D4196713DC3}" destId="{71BBDA4E-2758-464C-8A6B-101EB832C4B3}" srcOrd="6" destOrd="0" parTransId="{56AE0475-B632-4068-9061-AD234F5F039C}" sibTransId="{497D3284-0AC7-48BF-B0EF-73985982E1BD}"/>
    <dgm:cxn modelId="{48ED47E2-63DE-4B36-AB2D-2AEB4B5E19C9}" srcId="{8648AE10-73FB-4837-A20F-2D4196713DC3}" destId="{7CD31477-3FD5-4774-8407-153B5347554C}" srcOrd="10" destOrd="0" parTransId="{9394059A-DA01-4CEF-887B-49893C69E3BF}" sibTransId="{BF715D14-B9E6-4866-B1C2-8EEF1CDB651C}"/>
    <dgm:cxn modelId="{7C3126EE-D2D3-40A7-A69B-9F51F502DF1D}" type="presOf" srcId="{2E272BF2-D698-4B5D-BFAF-1DDB77996ABF}" destId="{EAF3A5E8-0128-4E59-A061-13D3637F909C}" srcOrd="0" destOrd="0" presId="urn:microsoft.com/office/officeart/2005/8/layout/bProcess4"/>
    <dgm:cxn modelId="{60FBBEF5-DDAE-4118-AF58-96DD691A0D93}" type="presOf" srcId="{0AECD937-B013-4556-A24F-6B386C6BA6E8}" destId="{6D994779-5CF2-4673-8AD6-4DFCC0E5EB9A}" srcOrd="0" destOrd="0" presId="urn:microsoft.com/office/officeart/2005/8/layout/bProcess4"/>
    <dgm:cxn modelId="{D6B13BF8-72FA-4010-8D8B-232076FBC0BF}" type="presOf" srcId="{851C0E90-9AC1-4AAB-AFEE-F65F57C11D1B}" destId="{41D54859-8D3C-42F8-84E3-E7291FF98992}" srcOrd="0" destOrd="0" presId="urn:microsoft.com/office/officeart/2005/8/layout/bProcess4"/>
    <dgm:cxn modelId="{5C9E6B45-0D8B-47D3-969A-8BA7BEA83B63}" type="presParOf" srcId="{35963C4E-54B6-40CA-A00F-DFD3AAC855F1}" destId="{42EF418D-04FD-466F-88B9-FFCDDEEB26C6}" srcOrd="0" destOrd="0" presId="urn:microsoft.com/office/officeart/2005/8/layout/bProcess4"/>
    <dgm:cxn modelId="{3A784176-6228-414D-B3D4-CCA8BBF62F6C}" type="presParOf" srcId="{42EF418D-04FD-466F-88B9-FFCDDEEB26C6}" destId="{46D24092-A9B1-4C9E-AFAC-A740DDEE029E}" srcOrd="0" destOrd="0" presId="urn:microsoft.com/office/officeart/2005/8/layout/bProcess4"/>
    <dgm:cxn modelId="{2635B5B4-4304-4ECD-8567-793B6F156589}" type="presParOf" srcId="{42EF418D-04FD-466F-88B9-FFCDDEEB26C6}" destId="{EAF3A5E8-0128-4E59-A061-13D3637F909C}" srcOrd="1" destOrd="0" presId="urn:microsoft.com/office/officeart/2005/8/layout/bProcess4"/>
    <dgm:cxn modelId="{8C342394-00F1-44A1-832E-0F6EB23927FE}" type="presParOf" srcId="{35963C4E-54B6-40CA-A00F-DFD3AAC855F1}" destId="{961E4B1C-C6E0-45B5-99DF-6C5DEF0049D2}" srcOrd="1" destOrd="0" presId="urn:microsoft.com/office/officeart/2005/8/layout/bProcess4"/>
    <dgm:cxn modelId="{0FE560B0-BD79-44ED-8079-54EA8A01B7F5}" type="presParOf" srcId="{35963C4E-54B6-40CA-A00F-DFD3AAC855F1}" destId="{9A35117E-B9FD-4956-BD64-59C9963C9428}" srcOrd="2" destOrd="0" presId="urn:microsoft.com/office/officeart/2005/8/layout/bProcess4"/>
    <dgm:cxn modelId="{D38A0F74-8D2A-4B1B-B686-5419ED2AF9C7}" type="presParOf" srcId="{9A35117E-B9FD-4956-BD64-59C9963C9428}" destId="{1D4CEA79-1A67-4E64-9C00-E8B90DE2572D}" srcOrd="0" destOrd="0" presId="urn:microsoft.com/office/officeart/2005/8/layout/bProcess4"/>
    <dgm:cxn modelId="{A651AACB-F394-4E8A-945C-068C81269C20}" type="presParOf" srcId="{9A35117E-B9FD-4956-BD64-59C9963C9428}" destId="{846BD2CF-1525-4539-B6B8-64375E48CC59}" srcOrd="1" destOrd="0" presId="urn:microsoft.com/office/officeart/2005/8/layout/bProcess4"/>
    <dgm:cxn modelId="{AF993673-F8B7-4AB3-8759-2DD7C99AC387}" type="presParOf" srcId="{35963C4E-54B6-40CA-A00F-DFD3AAC855F1}" destId="{6D994779-5CF2-4673-8AD6-4DFCC0E5EB9A}" srcOrd="3" destOrd="0" presId="urn:microsoft.com/office/officeart/2005/8/layout/bProcess4"/>
    <dgm:cxn modelId="{E02B9A3F-5ED2-49FC-8034-5F13E2181059}" type="presParOf" srcId="{35963C4E-54B6-40CA-A00F-DFD3AAC855F1}" destId="{AF03F5EE-78F5-48A5-BE42-365B5C919124}" srcOrd="4" destOrd="0" presId="urn:microsoft.com/office/officeart/2005/8/layout/bProcess4"/>
    <dgm:cxn modelId="{02B17B47-D80B-4A43-88A8-969E8EF78931}" type="presParOf" srcId="{AF03F5EE-78F5-48A5-BE42-365B5C919124}" destId="{CF379E36-24C2-4062-9EDE-915C6EE09233}" srcOrd="0" destOrd="0" presId="urn:microsoft.com/office/officeart/2005/8/layout/bProcess4"/>
    <dgm:cxn modelId="{29D801C5-E556-45B7-AEFC-D86D0712B89D}" type="presParOf" srcId="{AF03F5EE-78F5-48A5-BE42-365B5C919124}" destId="{DEA5FE24-64D8-4EC2-B684-046B6CA09EBC}" srcOrd="1" destOrd="0" presId="urn:microsoft.com/office/officeart/2005/8/layout/bProcess4"/>
    <dgm:cxn modelId="{AC2F1106-FB13-4DB4-8D45-288B61DB25DF}" type="presParOf" srcId="{35963C4E-54B6-40CA-A00F-DFD3AAC855F1}" destId="{8B5A7782-39AC-4AB9-B7D1-6F953F2C100F}" srcOrd="5" destOrd="0" presId="urn:microsoft.com/office/officeart/2005/8/layout/bProcess4"/>
    <dgm:cxn modelId="{9B4E8393-D426-4483-956C-1D6FBF1FE974}" type="presParOf" srcId="{35963C4E-54B6-40CA-A00F-DFD3AAC855F1}" destId="{9515B942-C993-4927-9522-9AD56DD0641F}" srcOrd="6" destOrd="0" presId="urn:microsoft.com/office/officeart/2005/8/layout/bProcess4"/>
    <dgm:cxn modelId="{29FD2071-3210-46A8-8955-629ADDF9750F}" type="presParOf" srcId="{9515B942-C993-4927-9522-9AD56DD0641F}" destId="{253F39D1-4C56-4444-9C41-CF68F64FE6B6}" srcOrd="0" destOrd="0" presId="urn:microsoft.com/office/officeart/2005/8/layout/bProcess4"/>
    <dgm:cxn modelId="{81EE0525-C6E1-4704-89BF-4F1D71DE6E79}" type="presParOf" srcId="{9515B942-C993-4927-9522-9AD56DD0641F}" destId="{A7DB65E9-9463-4497-8C73-38866E2B383D}" srcOrd="1" destOrd="0" presId="urn:microsoft.com/office/officeart/2005/8/layout/bProcess4"/>
    <dgm:cxn modelId="{1DD7FE8F-CC9B-4E2C-BCC2-87BEE337D936}" type="presParOf" srcId="{35963C4E-54B6-40CA-A00F-DFD3AAC855F1}" destId="{41D54859-8D3C-42F8-84E3-E7291FF98992}" srcOrd="7" destOrd="0" presId="urn:microsoft.com/office/officeart/2005/8/layout/bProcess4"/>
    <dgm:cxn modelId="{B09A83D4-91E8-4940-A726-C6745A8F6282}" type="presParOf" srcId="{35963C4E-54B6-40CA-A00F-DFD3AAC855F1}" destId="{A72F389B-6676-4E61-B2B7-7AE9C1DEB57E}" srcOrd="8" destOrd="0" presId="urn:microsoft.com/office/officeart/2005/8/layout/bProcess4"/>
    <dgm:cxn modelId="{BB8EC9F9-ACF7-41CF-ADC9-A0651176F315}" type="presParOf" srcId="{A72F389B-6676-4E61-B2B7-7AE9C1DEB57E}" destId="{F15E1801-7D29-4CD7-A1B6-2D6046EF0206}" srcOrd="0" destOrd="0" presId="urn:microsoft.com/office/officeart/2005/8/layout/bProcess4"/>
    <dgm:cxn modelId="{D4394E3C-B1EC-423B-A73E-C5C2E0207355}" type="presParOf" srcId="{A72F389B-6676-4E61-B2B7-7AE9C1DEB57E}" destId="{ED6C05A1-ECFD-41D2-BA4D-83E5D8AFA774}" srcOrd="1" destOrd="0" presId="urn:microsoft.com/office/officeart/2005/8/layout/bProcess4"/>
    <dgm:cxn modelId="{B9ACDBE0-60CD-4F5D-B86D-D273B794E4F1}" type="presParOf" srcId="{35963C4E-54B6-40CA-A00F-DFD3AAC855F1}" destId="{C3B1A16C-3FA6-4EA2-B6B3-2C4BD7BD4A61}" srcOrd="9" destOrd="0" presId="urn:microsoft.com/office/officeart/2005/8/layout/bProcess4"/>
    <dgm:cxn modelId="{1CC87E28-5E40-49F2-9DF7-83B504B86F34}" type="presParOf" srcId="{35963C4E-54B6-40CA-A00F-DFD3AAC855F1}" destId="{BCE4EB60-FEC7-4CEC-9D43-A57E8B84CDAC}" srcOrd="10" destOrd="0" presId="urn:microsoft.com/office/officeart/2005/8/layout/bProcess4"/>
    <dgm:cxn modelId="{B8CB58AD-F1FE-4516-A7DF-C4E8DEC8D775}" type="presParOf" srcId="{BCE4EB60-FEC7-4CEC-9D43-A57E8B84CDAC}" destId="{10D5CF5A-B36D-4731-B434-FC5E2628B5C2}" srcOrd="0" destOrd="0" presId="urn:microsoft.com/office/officeart/2005/8/layout/bProcess4"/>
    <dgm:cxn modelId="{2F5D39C9-D239-4B4B-9713-F672209C54EE}" type="presParOf" srcId="{BCE4EB60-FEC7-4CEC-9D43-A57E8B84CDAC}" destId="{FC8F2A19-2F61-4D4B-8204-F8A3EC4BAF75}" srcOrd="1" destOrd="0" presId="urn:microsoft.com/office/officeart/2005/8/layout/bProcess4"/>
    <dgm:cxn modelId="{95ED0DD8-AB42-4311-A2D5-4688F7376825}" type="presParOf" srcId="{35963C4E-54B6-40CA-A00F-DFD3AAC855F1}" destId="{546B53BD-756A-459E-AE8A-D030D1730B02}" srcOrd="11" destOrd="0" presId="urn:microsoft.com/office/officeart/2005/8/layout/bProcess4"/>
    <dgm:cxn modelId="{81296DBA-1C54-4AD5-98A4-393BCB8187B1}" type="presParOf" srcId="{35963C4E-54B6-40CA-A00F-DFD3AAC855F1}" destId="{F6448951-403E-4CE8-9802-6FBB0827E687}" srcOrd="12" destOrd="0" presId="urn:microsoft.com/office/officeart/2005/8/layout/bProcess4"/>
    <dgm:cxn modelId="{53B871E6-ADCC-44B1-BD03-5D4C52998077}" type="presParOf" srcId="{F6448951-403E-4CE8-9802-6FBB0827E687}" destId="{8A7AFF86-6CA8-481D-B8AA-1F97685AF01C}" srcOrd="0" destOrd="0" presId="urn:microsoft.com/office/officeart/2005/8/layout/bProcess4"/>
    <dgm:cxn modelId="{1AA58CC1-F7FD-4077-8F39-F609B2B24D52}" type="presParOf" srcId="{F6448951-403E-4CE8-9802-6FBB0827E687}" destId="{B676C988-5475-4AAD-965F-BC48C48545E5}" srcOrd="1" destOrd="0" presId="urn:microsoft.com/office/officeart/2005/8/layout/bProcess4"/>
    <dgm:cxn modelId="{32AE377F-9E10-4873-A6E0-5CCD2C93ECE3}" type="presParOf" srcId="{35963C4E-54B6-40CA-A00F-DFD3AAC855F1}" destId="{2CA22EE3-9CDA-4B44-B562-5F1A68435FC6}" srcOrd="13" destOrd="0" presId="urn:microsoft.com/office/officeart/2005/8/layout/bProcess4"/>
    <dgm:cxn modelId="{839046B5-3A94-449B-AE8F-6219559E340A}" type="presParOf" srcId="{35963C4E-54B6-40CA-A00F-DFD3AAC855F1}" destId="{18CE77C5-1C66-473A-A02C-907AB452FBFE}" srcOrd="14" destOrd="0" presId="urn:microsoft.com/office/officeart/2005/8/layout/bProcess4"/>
    <dgm:cxn modelId="{0732B804-E1CE-4D5D-B355-68AFED98CCE4}" type="presParOf" srcId="{18CE77C5-1C66-473A-A02C-907AB452FBFE}" destId="{CC339AA5-EBE1-4623-B59E-A6EC449A9448}" srcOrd="0" destOrd="0" presId="urn:microsoft.com/office/officeart/2005/8/layout/bProcess4"/>
    <dgm:cxn modelId="{25E6CE19-764C-4ABF-BDF2-7AE0531A8D91}" type="presParOf" srcId="{18CE77C5-1C66-473A-A02C-907AB452FBFE}" destId="{9E52BCD2-C1C1-45E4-B96B-4D2B71C657ED}" srcOrd="1" destOrd="0" presId="urn:microsoft.com/office/officeart/2005/8/layout/bProcess4"/>
    <dgm:cxn modelId="{B9F56BFD-EBBE-4C73-81C1-225ABE39EF6C}" type="presParOf" srcId="{35963C4E-54B6-40CA-A00F-DFD3AAC855F1}" destId="{2814F4C4-D235-44A2-A111-8CC85B927509}" srcOrd="15" destOrd="0" presId="urn:microsoft.com/office/officeart/2005/8/layout/bProcess4"/>
    <dgm:cxn modelId="{5DDA7441-F190-479D-9173-DA399007DA27}" type="presParOf" srcId="{35963C4E-54B6-40CA-A00F-DFD3AAC855F1}" destId="{C7CDB409-64CC-45F7-9C1E-579EFC5A88E7}" srcOrd="16" destOrd="0" presId="urn:microsoft.com/office/officeart/2005/8/layout/bProcess4"/>
    <dgm:cxn modelId="{C6C5EF0A-2F06-424A-921F-F6B4CB47CB97}" type="presParOf" srcId="{C7CDB409-64CC-45F7-9C1E-579EFC5A88E7}" destId="{605CF6D6-43D5-42B2-ABD5-049E4718F2A6}" srcOrd="0" destOrd="0" presId="urn:microsoft.com/office/officeart/2005/8/layout/bProcess4"/>
    <dgm:cxn modelId="{5BE9E776-9387-4DC9-9354-3ACFC5BD4D21}" type="presParOf" srcId="{C7CDB409-64CC-45F7-9C1E-579EFC5A88E7}" destId="{2DAEDD1D-F7D3-486A-8BDE-6BC050FF3A95}" srcOrd="1" destOrd="0" presId="urn:microsoft.com/office/officeart/2005/8/layout/bProcess4"/>
    <dgm:cxn modelId="{5F1B9A60-7EB5-41BD-8471-E20AB915D81F}" type="presParOf" srcId="{35963C4E-54B6-40CA-A00F-DFD3AAC855F1}" destId="{A4AC76E7-4B34-4051-B811-3300121792AA}" srcOrd="17" destOrd="0" presId="urn:microsoft.com/office/officeart/2005/8/layout/bProcess4"/>
    <dgm:cxn modelId="{95E2C3AB-2ED3-48EA-AA7D-CCD2706352F1}" type="presParOf" srcId="{35963C4E-54B6-40CA-A00F-DFD3AAC855F1}" destId="{2169F82E-258D-42D9-ADAC-5FB4265C4549}" srcOrd="18" destOrd="0" presId="urn:microsoft.com/office/officeart/2005/8/layout/bProcess4"/>
    <dgm:cxn modelId="{55C15EBE-9BB4-4279-B931-5FC66CD244EB}" type="presParOf" srcId="{2169F82E-258D-42D9-ADAC-5FB4265C4549}" destId="{A62538E2-D973-4591-BC4B-EB5A5C1E37D3}" srcOrd="0" destOrd="0" presId="urn:microsoft.com/office/officeart/2005/8/layout/bProcess4"/>
    <dgm:cxn modelId="{EB281922-BBF2-4133-BB07-CAAFDE557570}" type="presParOf" srcId="{2169F82E-258D-42D9-ADAC-5FB4265C4549}" destId="{F5F80687-1BD2-46E4-AF81-122D176330A5}" srcOrd="1" destOrd="0" presId="urn:microsoft.com/office/officeart/2005/8/layout/bProcess4"/>
    <dgm:cxn modelId="{ED6E1068-BF27-41E6-B23D-D51B1D34775C}" type="presParOf" srcId="{35963C4E-54B6-40CA-A00F-DFD3AAC855F1}" destId="{81600A49-1E56-4235-9F86-E255D3D27677}" srcOrd="19" destOrd="0" presId="urn:microsoft.com/office/officeart/2005/8/layout/bProcess4"/>
    <dgm:cxn modelId="{449B3C9F-C26F-4879-BD0A-9754D832E1CB}" type="presParOf" srcId="{35963C4E-54B6-40CA-A00F-DFD3AAC855F1}" destId="{EDAE3A67-FF56-4AAC-889E-0FE14B0036A2}" srcOrd="20" destOrd="0" presId="urn:microsoft.com/office/officeart/2005/8/layout/bProcess4"/>
    <dgm:cxn modelId="{02728C9C-E358-47EB-970D-5E27EA4DA33C}" type="presParOf" srcId="{EDAE3A67-FF56-4AAC-889E-0FE14B0036A2}" destId="{59B62F16-EDD2-4276-AAAA-8F9EC8C3BAF7}" srcOrd="0" destOrd="0" presId="urn:microsoft.com/office/officeart/2005/8/layout/bProcess4"/>
    <dgm:cxn modelId="{3E5FAAC1-89B4-4810-B5EC-1030DC4D7F23}" type="presParOf" srcId="{EDAE3A67-FF56-4AAC-889E-0FE14B0036A2}" destId="{7CFBE4AC-D1C8-4334-B19F-C05489D82B8C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290A86-DD26-405C-B120-7CF9DA478C53}" type="doc">
      <dgm:prSet loTypeId="urn:microsoft.com/office/officeart/2005/8/layout/vList2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94C2173-9F2E-4C00-B844-7CF21D19C6CF}">
      <dgm:prSet/>
      <dgm:spPr/>
      <dgm:t>
        <a:bodyPr/>
        <a:lstStyle/>
        <a:p>
          <a:r>
            <a:rPr lang="en-US" b="1" dirty="0"/>
            <a:t>To guard against data loss from unreliable backups, businesses should:</a:t>
          </a:r>
          <a:endParaRPr lang="en-US" dirty="0"/>
        </a:p>
      </dgm:t>
    </dgm:pt>
    <dgm:pt modelId="{6EC41E6F-F3AD-4708-8343-74BCFC826E44}" type="parTrans" cxnId="{3F5E9515-B12B-499A-8634-0071FC4D6CE2}">
      <dgm:prSet/>
      <dgm:spPr/>
      <dgm:t>
        <a:bodyPr/>
        <a:lstStyle/>
        <a:p>
          <a:endParaRPr lang="en-US"/>
        </a:p>
      </dgm:t>
    </dgm:pt>
    <dgm:pt modelId="{9BC4D6D4-0787-4C46-A791-B0EFD26909C7}" type="sibTrans" cxnId="{3F5E9515-B12B-499A-8634-0071FC4D6CE2}">
      <dgm:prSet/>
      <dgm:spPr/>
      <dgm:t>
        <a:bodyPr/>
        <a:lstStyle/>
        <a:p>
          <a:endParaRPr lang="en-US"/>
        </a:p>
      </dgm:t>
    </dgm:pt>
    <dgm:pt modelId="{71A40381-7A01-4680-BCC9-4336F4687C3D}">
      <dgm:prSet/>
      <dgm:spPr/>
      <dgm:t>
        <a:bodyPr/>
        <a:lstStyle/>
        <a:p>
          <a:r>
            <a:rPr lang="en-US"/>
            <a:t>Put secure encryption and access controls in place.</a:t>
          </a:r>
        </a:p>
      </dgm:t>
    </dgm:pt>
    <dgm:pt modelId="{23532D10-0EC1-4CA5-9328-7ADA99152FE9}" type="parTrans" cxnId="{999B252C-B9BE-498E-A679-3DED593D26B7}">
      <dgm:prSet/>
      <dgm:spPr/>
      <dgm:t>
        <a:bodyPr/>
        <a:lstStyle/>
        <a:p>
          <a:endParaRPr lang="en-US"/>
        </a:p>
      </dgm:t>
    </dgm:pt>
    <dgm:pt modelId="{7D9567EA-C513-4941-B8AA-1A8743DD97E5}" type="sibTrans" cxnId="{999B252C-B9BE-498E-A679-3DED593D26B7}">
      <dgm:prSet/>
      <dgm:spPr/>
      <dgm:t>
        <a:bodyPr/>
        <a:lstStyle/>
        <a:p>
          <a:endParaRPr lang="en-US"/>
        </a:p>
      </dgm:t>
    </dgm:pt>
    <dgm:pt modelId="{E00A7483-A186-486E-B4E5-EB8B052AE405}">
      <dgm:prSet/>
      <dgm:spPr/>
      <dgm:t>
        <a:bodyPr/>
        <a:lstStyle/>
        <a:p>
          <a:r>
            <a:rPr lang="en-US"/>
            <a:t>Backups should be kept off-site in a safe place.</a:t>
          </a:r>
        </a:p>
      </dgm:t>
    </dgm:pt>
    <dgm:pt modelId="{298AD4E0-93CD-4E71-AC8F-C5862E62E8D4}" type="parTrans" cxnId="{C182E3EE-3C1F-4D1F-AC56-400E0FDA376E}">
      <dgm:prSet/>
      <dgm:spPr/>
      <dgm:t>
        <a:bodyPr/>
        <a:lstStyle/>
        <a:p>
          <a:endParaRPr lang="en-US"/>
        </a:p>
      </dgm:t>
    </dgm:pt>
    <dgm:pt modelId="{69D77080-D389-4542-A325-39A705D72B07}" type="sibTrans" cxnId="{C182E3EE-3C1F-4D1F-AC56-400E0FDA376E}">
      <dgm:prSet/>
      <dgm:spPr/>
      <dgm:t>
        <a:bodyPr/>
        <a:lstStyle/>
        <a:p>
          <a:endParaRPr lang="en-US"/>
        </a:p>
      </dgm:t>
    </dgm:pt>
    <dgm:pt modelId="{B2756CC5-117B-4ABB-91E8-98BB6323491B}">
      <dgm:prSet/>
      <dgm:spPr/>
      <dgm:t>
        <a:bodyPr/>
        <a:lstStyle/>
        <a:p>
          <a:r>
            <a:rPr lang="en-US"/>
            <a:t>Test and upgrade backups frequently.</a:t>
          </a:r>
        </a:p>
      </dgm:t>
    </dgm:pt>
    <dgm:pt modelId="{E2E21D55-B7EB-4E76-A1E7-DA2874B16825}" type="parTrans" cxnId="{9177A04F-3B5B-4F79-978F-01B1C960F5ED}">
      <dgm:prSet/>
      <dgm:spPr/>
      <dgm:t>
        <a:bodyPr/>
        <a:lstStyle/>
        <a:p>
          <a:endParaRPr lang="en-US"/>
        </a:p>
      </dgm:t>
    </dgm:pt>
    <dgm:pt modelId="{D6DA972D-9D53-4C50-B431-75859F9B7978}" type="sibTrans" cxnId="{9177A04F-3B5B-4F79-978F-01B1C960F5ED}">
      <dgm:prSet/>
      <dgm:spPr/>
      <dgm:t>
        <a:bodyPr/>
        <a:lstStyle/>
        <a:p>
          <a:endParaRPr lang="en-US"/>
        </a:p>
      </dgm:t>
    </dgm:pt>
    <dgm:pt modelId="{BD97D470-4069-4C4F-B5F1-58EC3DDEED32}">
      <dgm:prSet/>
      <dgm:spPr/>
      <dgm:t>
        <a:bodyPr/>
        <a:lstStyle/>
        <a:p>
          <a:r>
            <a:rPr lang="en-US" dirty="0"/>
            <a:t>Inform staff members about suitable procedures for data security.</a:t>
          </a:r>
        </a:p>
      </dgm:t>
    </dgm:pt>
    <dgm:pt modelId="{8B67DD82-7898-482E-8B26-395DDA121925}" type="parTrans" cxnId="{01281A39-3ED6-4243-B12C-9068989A5B3E}">
      <dgm:prSet/>
      <dgm:spPr/>
      <dgm:t>
        <a:bodyPr/>
        <a:lstStyle/>
        <a:p>
          <a:endParaRPr lang="en-US"/>
        </a:p>
      </dgm:t>
    </dgm:pt>
    <dgm:pt modelId="{3D974836-A417-497A-8680-0FDCA4D6A00E}" type="sibTrans" cxnId="{01281A39-3ED6-4243-B12C-9068989A5B3E}">
      <dgm:prSet/>
      <dgm:spPr/>
      <dgm:t>
        <a:bodyPr/>
        <a:lstStyle/>
        <a:p>
          <a:endParaRPr lang="en-US"/>
        </a:p>
      </dgm:t>
    </dgm:pt>
    <dgm:pt modelId="{2FD86436-3159-4D8C-94CB-52CF55E35636}">
      <dgm:prSet/>
      <dgm:spPr/>
      <dgm:t>
        <a:bodyPr/>
        <a:lstStyle/>
        <a:p>
          <a:r>
            <a:rPr lang="en-US"/>
            <a:t>Observe applicable data privacy laws.</a:t>
          </a:r>
        </a:p>
      </dgm:t>
    </dgm:pt>
    <dgm:pt modelId="{CCE19A7C-EB67-4C95-8CC3-E28F96FE7B03}" type="parTrans" cxnId="{C3C6B9C7-F527-4F01-B84E-589FD0412D1E}">
      <dgm:prSet/>
      <dgm:spPr/>
      <dgm:t>
        <a:bodyPr/>
        <a:lstStyle/>
        <a:p>
          <a:endParaRPr lang="en-US"/>
        </a:p>
      </dgm:t>
    </dgm:pt>
    <dgm:pt modelId="{FD58CD4C-435C-43E9-A5ED-EDA7D94AC871}" type="sibTrans" cxnId="{C3C6B9C7-F527-4F01-B84E-589FD0412D1E}">
      <dgm:prSet/>
      <dgm:spPr/>
      <dgm:t>
        <a:bodyPr/>
        <a:lstStyle/>
        <a:p>
          <a:endParaRPr lang="en-US"/>
        </a:p>
      </dgm:t>
    </dgm:pt>
    <dgm:pt modelId="{0A1D1F1F-2581-434F-B0ED-F0F2B6C5ABA3}">
      <dgm:prSet/>
      <dgm:spPr/>
      <dgm:t>
        <a:bodyPr/>
        <a:lstStyle/>
        <a:p>
          <a:r>
            <a:rPr lang="en-US" b="1"/>
            <a:t>References:</a:t>
          </a:r>
          <a:endParaRPr lang="en-US"/>
        </a:p>
      </dgm:t>
    </dgm:pt>
    <dgm:pt modelId="{E8C6F8FE-14EF-43A9-AB18-EB915D6D29A4}" type="parTrans" cxnId="{9BDADCB1-2348-4312-80DD-C1A60B74F555}">
      <dgm:prSet/>
      <dgm:spPr/>
      <dgm:t>
        <a:bodyPr/>
        <a:lstStyle/>
        <a:p>
          <a:endParaRPr lang="en-US"/>
        </a:p>
      </dgm:t>
    </dgm:pt>
    <dgm:pt modelId="{D1FE2104-C743-4CAA-8524-76B9ABFDB0F6}" type="sibTrans" cxnId="{9BDADCB1-2348-4312-80DD-C1A60B74F555}">
      <dgm:prSet/>
      <dgm:spPr/>
      <dgm:t>
        <a:bodyPr/>
        <a:lstStyle/>
        <a:p>
          <a:endParaRPr lang="en-US"/>
        </a:p>
      </dgm:t>
    </dgm:pt>
    <dgm:pt modelId="{664F8FE4-4FE2-4CEA-A8E3-2DBE6B41BB6C}">
      <dgm:prSet/>
      <dgm:spPr/>
      <dgm:t>
        <a:bodyPr/>
        <a:lstStyle/>
        <a:p>
          <a:r>
            <a:rPr lang="en-US"/>
            <a:t>Ponemon Institute: </a:t>
          </a:r>
          <a:r>
            <a:rPr lang="en-US">
              <a:hlinkClick xmlns:r="http://schemas.openxmlformats.org/officeDocument/2006/relationships" r:id="rId1"/>
            </a:rPr>
            <a:t>https://www.ponemon.org/</a:t>
          </a:r>
          <a:endParaRPr lang="en-US"/>
        </a:p>
      </dgm:t>
    </dgm:pt>
    <dgm:pt modelId="{C9439F19-A8D2-47E4-A805-ADCF67AABD19}" type="parTrans" cxnId="{1C5EC8D1-0C2C-4EFB-B097-00690A3E61D8}">
      <dgm:prSet/>
      <dgm:spPr/>
      <dgm:t>
        <a:bodyPr/>
        <a:lstStyle/>
        <a:p>
          <a:endParaRPr lang="en-US"/>
        </a:p>
      </dgm:t>
    </dgm:pt>
    <dgm:pt modelId="{602BEC4A-9E96-4036-9AD7-9F5B2703B6BE}" type="sibTrans" cxnId="{1C5EC8D1-0C2C-4EFB-B097-00690A3E61D8}">
      <dgm:prSet/>
      <dgm:spPr/>
      <dgm:t>
        <a:bodyPr/>
        <a:lstStyle/>
        <a:p>
          <a:endParaRPr lang="en-US"/>
        </a:p>
      </dgm:t>
    </dgm:pt>
    <dgm:pt modelId="{7A4F034C-0B8B-4D7C-A820-AF743BECAD55}">
      <dgm:prSet/>
      <dgm:spPr/>
      <dgm:t>
        <a:bodyPr/>
        <a:lstStyle/>
        <a:p>
          <a:r>
            <a:rPr lang="en-US"/>
            <a:t>IBM Security: </a:t>
          </a:r>
          <a:r>
            <a:rPr lang="en-US">
              <a:hlinkClick xmlns:r="http://schemas.openxmlformats.org/officeDocument/2006/relationships" r:id="rId2"/>
            </a:rPr>
            <a:t>https://www.ibm.com/reports/data-breach-action-guide</a:t>
          </a:r>
          <a:endParaRPr lang="en-US"/>
        </a:p>
      </dgm:t>
    </dgm:pt>
    <dgm:pt modelId="{3C153D80-B9F1-49E8-9108-AB42A8C46945}" type="parTrans" cxnId="{8992C293-02E0-4C1B-905F-E5B91BAAE6DB}">
      <dgm:prSet/>
      <dgm:spPr/>
      <dgm:t>
        <a:bodyPr/>
        <a:lstStyle/>
        <a:p>
          <a:endParaRPr lang="en-US"/>
        </a:p>
      </dgm:t>
    </dgm:pt>
    <dgm:pt modelId="{6CB29AAB-30C6-483C-BEF4-51BAC88CC1EF}" type="sibTrans" cxnId="{8992C293-02E0-4C1B-905F-E5B91BAAE6DB}">
      <dgm:prSet/>
      <dgm:spPr/>
      <dgm:t>
        <a:bodyPr/>
        <a:lstStyle/>
        <a:p>
          <a:endParaRPr lang="en-US"/>
        </a:p>
      </dgm:t>
    </dgm:pt>
    <dgm:pt modelId="{97F788B0-894B-4789-9C48-0ABC38A0829B}">
      <dgm:prSet/>
      <dgm:spPr/>
      <dgm:t>
        <a:bodyPr/>
        <a:lstStyle/>
        <a:p>
          <a:r>
            <a:rPr lang="en-US"/>
            <a:t>National Institute of Standards and Technology (NIST): https://www.nist.gov/cyberframework</a:t>
          </a:r>
        </a:p>
      </dgm:t>
    </dgm:pt>
    <dgm:pt modelId="{12D53561-4376-4A14-B31F-D093855BEDCE}" type="parTrans" cxnId="{3883CA1D-050C-4513-BE3F-BDD79DEA1FFA}">
      <dgm:prSet/>
      <dgm:spPr/>
      <dgm:t>
        <a:bodyPr/>
        <a:lstStyle/>
        <a:p>
          <a:endParaRPr lang="en-US"/>
        </a:p>
      </dgm:t>
    </dgm:pt>
    <dgm:pt modelId="{6C24324A-5C25-4EB1-937B-45CB50CD02F8}" type="sibTrans" cxnId="{3883CA1D-050C-4513-BE3F-BDD79DEA1FFA}">
      <dgm:prSet/>
      <dgm:spPr/>
      <dgm:t>
        <a:bodyPr/>
        <a:lstStyle/>
        <a:p>
          <a:endParaRPr lang="en-US"/>
        </a:p>
      </dgm:t>
    </dgm:pt>
    <dgm:pt modelId="{FA843ECD-A1FD-4D0E-B161-E7982E0E14D2}" type="pres">
      <dgm:prSet presAssocID="{01290A86-DD26-405C-B120-7CF9DA478C53}" presName="linear" presStyleCnt="0">
        <dgm:presLayoutVars>
          <dgm:animLvl val="lvl"/>
          <dgm:resizeHandles val="exact"/>
        </dgm:presLayoutVars>
      </dgm:prSet>
      <dgm:spPr/>
    </dgm:pt>
    <dgm:pt modelId="{A43E9A2C-D93C-43F9-814B-009533F0F53D}" type="pres">
      <dgm:prSet presAssocID="{894C2173-9F2E-4C00-B844-7CF21D19C6C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1E4B457-2FCB-41A5-A7C4-F2CD6287F59A}" type="pres">
      <dgm:prSet presAssocID="{894C2173-9F2E-4C00-B844-7CF21D19C6CF}" presName="childText" presStyleLbl="revTx" presStyleIdx="0" presStyleCnt="2">
        <dgm:presLayoutVars>
          <dgm:bulletEnabled val="1"/>
        </dgm:presLayoutVars>
      </dgm:prSet>
      <dgm:spPr/>
    </dgm:pt>
    <dgm:pt modelId="{E6290C30-F553-4328-A918-33299BC31174}" type="pres">
      <dgm:prSet presAssocID="{0A1D1F1F-2581-434F-B0ED-F0F2B6C5ABA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7D16A10-2949-436F-B92E-9BB60442CF65}" type="pres">
      <dgm:prSet presAssocID="{0A1D1F1F-2581-434F-B0ED-F0F2B6C5ABA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F5E9515-B12B-499A-8634-0071FC4D6CE2}" srcId="{01290A86-DD26-405C-B120-7CF9DA478C53}" destId="{894C2173-9F2E-4C00-B844-7CF21D19C6CF}" srcOrd="0" destOrd="0" parTransId="{6EC41E6F-F3AD-4708-8343-74BCFC826E44}" sibTransId="{9BC4D6D4-0787-4C46-A791-B0EFD26909C7}"/>
    <dgm:cxn modelId="{3883CA1D-050C-4513-BE3F-BDD79DEA1FFA}" srcId="{0A1D1F1F-2581-434F-B0ED-F0F2B6C5ABA3}" destId="{97F788B0-894B-4789-9C48-0ABC38A0829B}" srcOrd="2" destOrd="0" parTransId="{12D53561-4376-4A14-B31F-D093855BEDCE}" sibTransId="{6C24324A-5C25-4EB1-937B-45CB50CD02F8}"/>
    <dgm:cxn modelId="{999B252C-B9BE-498E-A679-3DED593D26B7}" srcId="{894C2173-9F2E-4C00-B844-7CF21D19C6CF}" destId="{71A40381-7A01-4680-BCC9-4336F4687C3D}" srcOrd="0" destOrd="0" parTransId="{23532D10-0EC1-4CA5-9328-7ADA99152FE9}" sibTransId="{7D9567EA-C513-4941-B8AA-1A8743DD97E5}"/>
    <dgm:cxn modelId="{D016A32D-8DAB-4FDF-AD05-7F91BBA62DDD}" type="presOf" srcId="{E00A7483-A186-486E-B4E5-EB8B052AE405}" destId="{F1E4B457-2FCB-41A5-A7C4-F2CD6287F59A}" srcOrd="0" destOrd="1" presId="urn:microsoft.com/office/officeart/2005/8/layout/vList2"/>
    <dgm:cxn modelId="{01281A39-3ED6-4243-B12C-9068989A5B3E}" srcId="{894C2173-9F2E-4C00-B844-7CF21D19C6CF}" destId="{BD97D470-4069-4C4F-B5F1-58EC3DDEED32}" srcOrd="3" destOrd="0" parTransId="{8B67DD82-7898-482E-8B26-395DDA121925}" sibTransId="{3D974836-A417-497A-8680-0FDCA4D6A00E}"/>
    <dgm:cxn modelId="{DE977D3A-E740-4D73-8A55-23D62BDFC2F5}" type="presOf" srcId="{BD97D470-4069-4C4F-B5F1-58EC3DDEED32}" destId="{F1E4B457-2FCB-41A5-A7C4-F2CD6287F59A}" srcOrd="0" destOrd="3" presId="urn:microsoft.com/office/officeart/2005/8/layout/vList2"/>
    <dgm:cxn modelId="{3F3FB04C-5BFB-4193-B1B7-27651C779928}" type="presOf" srcId="{664F8FE4-4FE2-4CEA-A8E3-2DBE6B41BB6C}" destId="{C7D16A10-2949-436F-B92E-9BB60442CF65}" srcOrd="0" destOrd="0" presId="urn:microsoft.com/office/officeart/2005/8/layout/vList2"/>
    <dgm:cxn modelId="{9177A04F-3B5B-4F79-978F-01B1C960F5ED}" srcId="{894C2173-9F2E-4C00-B844-7CF21D19C6CF}" destId="{B2756CC5-117B-4ABB-91E8-98BB6323491B}" srcOrd="2" destOrd="0" parTransId="{E2E21D55-B7EB-4E76-A1E7-DA2874B16825}" sibTransId="{D6DA972D-9D53-4C50-B431-75859F9B7978}"/>
    <dgm:cxn modelId="{8992C293-02E0-4C1B-905F-E5B91BAAE6DB}" srcId="{0A1D1F1F-2581-434F-B0ED-F0F2B6C5ABA3}" destId="{7A4F034C-0B8B-4D7C-A820-AF743BECAD55}" srcOrd="1" destOrd="0" parTransId="{3C153D80-B9F1-49E8-9108-AB42A8C46945}" sibTransId="{6CB29AAB-30C6-483C-BEF4-51BAC88CC1EF}"/>
    <dgm:cxn modelId="{FB5BFF95-5A20-45DC-B96E-A399764FBF3E}" type="presOf" srcId="{71A40381-7A01-4680-BCC9-4336F4687C3D}" destId="{F1E4B457-2FCB-41A5-A7C4-F2CD6287F59A}" srcOrd="0" destOrd="0" presId="urn:microsoft.com/office/officeart/2005/8/layout/vList2"/>
    <dgm:cxn modelId="{AEA2669D-AAA8-4DE1-9BB1-0583345CEF5B}" type="presOf" srcId="{894C2173-9F2E-4C00-B844-7CF21D19C6CF}" destId="{A43E9A2C-D93C-43F9-814B-009533F0F53D}" srcOrd="0" destOrd="0" presId="urn:microsoft.com/office/officeart/2005/8/layout/vList2"/>
    <dgm:cxn modelId="{90041CB0-C081-4A5B-BCD5-40B57D219CC5}" type="presOf" srcId="{01290A86-DD26-405C-B120-7CF9DA478C53}" destId="{FA843ECD-A1FD-4D0E-B161-E7982E0E14D2}" srcOrd="0" destOrd="0" presId="urn:microsoft.com/office/officeart/2005/8/layout/vList2"/>
    <dgm:cxn modelId="{9BDADCB1-2348-4312-80DD-C1A60B74F555}" srcId="{01290A86-DD26-405C-B120-7CF9DA478C53}" destId="{0A1D1F1F-2581-434F-B0ED-F0F2B6C5ABA3}" srcOrd="1" destOrd="0" parTransId="{E8C6F8FE-14EF-43A9-AB18-EB915D6D29A4}" sibTransId="{D1FE2104-C743-4CAA-8524-76B9ABFDB0F6}"/>
    <dgm:cxn modelId="{C3C6B9C7-F527-4F01-B84E-589FD0412D1E}" srcId="{894C2173-9F2E-4C00-B844-7CF21D19C6CF}" destId="{2FD86436-3159-4D8C-94CB-52CF55E35636}" srcOrd="4" destOrd="0" parTransId="{CCE19A7C-EB67-4C95-8CC3-E28F96FE7B03}" sibTransId="{FD58CD4C-435C-43E9-A5ED-EDA7D94AC871}"/>
    <dgm:cxn modelId="{C7454CD1-147E-4D9F-9E24-3A5343ECA64C}" type="presOf" srcId="{97F788B0-894B-4789-9C48-0ABC38A0829B}" destId="{C7D16A10-2949-436F-B92E-9BB60442CF65}" srcOrd="0" destOrd="2" presId="urn:microsoft.com/office/officeart/2005/8/layout/vList2"/>
    <dgm:cxn modelId="{1C5EC8D1-0C2C-4EFB-B097-00690A3E61D8}" srcId="{0A1D1F1F-2581-434F-B0ED-F0F2B6C5ABA3}" destId="{664F8FE4-4FE2-4CEA-A8E3-2DBE6B41BB6C}" srcOrd="0" destOrd="0" parTransId="{C9439F19-A8D2-47E4-A805-ADCF67AABD19}" sibTransId="{602BEC4A-9E96-4036-9AD7-9F5B2703B6BE}"/>
    <dgm:cxn modelId="{3EDECFE7-1F6D-4836-922B-3AAF1E83CD80}" type="presOf" srcId="{7A4F034C-0B8B-4D7C-A820-AF743BECAD55}" destId="{C7D16A10-2949-436F-B92E-9BB60442CF65}" srcOrd="0" destOrd="1" presId="urn:microsoft.com/office/officeart/2005/8/layout/vList2"/>
    <dgm:cxn modelId="{C182E3EE-3C1F-4D1F-AC56-400E0FDA376E}" srcId="{894C2173-9F2E-4C00-B844-7CF21D19C6CF}" destId="{E00A7483-A186-486E-B4E5-EB8B052AE405}" srcOrd="1" destOrd="0" parTransId="{298AD4E0-93CD-4E71-AC8F-C5862E62E8D4}" sibTransId="{69D77080-D389-4542-A325-39A705D72B07}"/>
    <dgm:cxn modelId="{A3E2D8F6-F3A0-42F0-A5B4-4AB458576A02}" type="presOf" srcId="{0A1D1F1F-2581-434F-B0ED-F0F2B6C5ABA3}" destId="{E6290C30-F553-4328-A918-33299BC31174}" srcOrd="0" destOrd="0" presId="urn:microsoft.com/office/officeart/2005/8/layout/vList2"/>
    <dgm:cxn modelId="{CCB7C6FD-6635-4A04-B58F-C27719618EC5}" type="presOf" srcId="{2FD86436-3159-4D8C-94CB-52CF55E35636}" destId="{F1E4B457-2FCB-41A5-A7C4-F2CD6287F59A}" srcOrd="0" destOrd="4" presId="urn:microsoft.com/office/officeart/2005/8/layout/vList2"/>
    <dgm:cxn modelId="{FAEB8FFE-5A6F-42CF-AD94-76F76F32B81A}" type="presOf" srcId="{B2756CC5-117B-4ABB-91E8-98BB6323491B}" destId="{F1E4B457-2FCB-41A5-A7C4-F2CD6287F59A}" srcOrd="0" destOrd="2" presId="urn:microsoft.com/office/officeart/2005/8/layout/vList2"/>
    <dgm:cxn modelId="{75DF1762-212A-4560-85C6-4E0F24A5C1CD}" type="presParOf" srcId="{FA843ECD-A1FD-4D0E-B161-E7982E0E14D2}" destId="{A43E9A2C-D93C-43F9-814B-009533F0F53D}" srcOrd="0" destOrd="0" presId="urn:microsoft.com/office/officeart/2005/8/layout/vList2"/>
    <dgm:cxn modelId="{B6BA8F21-415B-4439-8ACE-2756D08D26E0}" type="presParOf" srcId="{FA843ECD-A1FD-4D0E-B161-E7982E0E14D2}" destId="{F1E4B457-2FCB-41A5-A7C4-F2CD6287F59A}" srcOrd="1" destOrd="0" presId="urn:microsoft.com/office/officeart/2005/8/layout/vList2"/>
    <dgm:cxn modelId="{8683C4ED-14F9-47D8-847F-0152CC4E30EC}" type="presParOf" srcId="{FA843ECD-A1FD-4D0E-B161-E7982E0E14D2}" destId="{E6290C30-F553-4328-A918-33299BC31174}" srcOrd="2" destOrd="0" presId="urn:microsoft.com/office/officeart/2005/8/layout/vList2"/>
    <dgm:cxn modelId="{AC863981-101E-478B-85B5-D7F0B2B78392}" type="presParOf" srcId="{FA843ECD-A1FD-4D0E-B161-E7982E0E14D2}" destId="{C7D16A10-2949-436F-B92E-9BB60442CF6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E4B1C-C6E0-45B5-99DF-6C5DEF0049D2}">
      <dsp:nvSpPr>
        <dsp:cNvPr id="0" name=""/>
        <dsp:cNvSpPr/>
      </dsp:nvSpPr>
      <dsp:spPr>
        <a:xfrm rot="5400000">
          <a:off x="684430" y="1091887"/>
          <a:ext cx="1705840" cy="205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F3A5E8-0128-4E59-A061-13D3637F909C}">
      <dsp:nvSpPr>
        <dsp:cNvPr id="0" name=""/>
        <dsp:cNvSpPr/>
      </dsp:nvSpPr>
      <dsp:spPr>
        <a:xfrm>
          <a:off x="1076462" y="2656"/>
          <a:ext cx="2284883" cy="13709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In the modern digital age, the frequency of data loss because of unencrypted backups is a serious worry. This issue can have significant effects for individuals and companies, leading to monetary damages, adverse publicity, and operational interruption. </a:t>
          </a:r>
        </a:p>
      </dsp:txBody>
      <dsp:txXfrm>
        <a:off x="1116615" y="42809"/>
        <a:ext cx="2204577" cy="1290624"/>
      </dsp:txXfrm>
    </dsp:sp>
    <dsp:sp modelId="{6D994779-5CF2-4673-8AD6-4DFCC0E5EB9A}">
      <dsp:nvSpPr>
        <dsp:cNvPr id="0" name=""/>
        <dsp:cNvSpPr/>
      </dsp:nvSpPr>
      <dsp:spPr>
        <a:xfrm rot="5400000">
          <a:off x="684430" y="2805549"/>
          <a:ext cx="1705840" cy="2056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BD2CF-1525-4539-B6B8-64375E48CC59}">
      <dsp:nvSpPr>
        <dsp:cNvPr id="0" name=""/>
        <dsp:cNvSpPr/>
      </dsp:nvSpPr>
      <dsp:spPr>
        <a:xfrm>
          <a:off x="1076462" y="1716318"/>
          <a:ext cx="2284883" cy="13709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Typical Reasons for Unsecured Backups:</a:t>
          </a:r>
          <a:endParaRPr lang="en-US" sz="1000" kern="1200"/>
        </a:p>
      </dsp:txBody>
      <dsp:txXfrm>
        <a:off x="1116615" y="1756471"/>
        <a:ext cx="2204577" cy="1290624"/>
      </dsp:txXfrm>
    </dsp:sp>
    <dsp:sp modelId="{8B5A7782-39AC-4AB9-B7D1-6F953F2C100F}">
      <dsp:nvSpPr>
        <dsp:cNvPr id="0" name=""/>
        <dsp:cNvSpPr/>
      </dsp:nvSpPr>
      <dsp:spPr>
        <a:xfrm rot="5400000">
          <a:off x="684430" y="4519212"/>
          <a:ext cx="1705840" cy="2056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5FE24-64D8-4EC2-B684-046B6CA09EBC}">
      <dsp:nvSpPr>
        <dsp:cNvPr id="0" name=""/>
        <dsp:cNvSpPr/>
      </dsp:nvSpPr>
      <dsp:spPr>
        <a:xfrm>
          <a:off x="1076462" y="3429981"/>
          <a:ext cx="2284883" cy="13709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Lack of Encryption: Without the use of encryption, sensitive data can be easily viewed and stolen by unauthorized parties.   </a:t>
          </a:r>
        </a:p>
      </dsp:txBody>
      <dsp:txXfrm>
        <a:off x="1116615" y="3470134"/>
        <a:ext cx="2204577" cy="1290624"/>
      </dsp:txXfrm>
    </dsp:sp>
    <dsp:sp modelId="{41D54859-8D3C-42F8-84E3-E7291FF98992}">
      <dsp:nvSpPr>
        <dsp:cNvPr id="0" name=""/>
        <dsp:cNvSpPr/>
      </dsp:nvSpPr>
      <dsp:spPr>
        <a:xfrm>
          <a:off x="1541261" y="5376044"/>
          <a:ext cx="3031073" cy="20563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B65E9-9463-4497-8C73-38866E2B383D}">
      <dsp:nvSpPr>
        <dsp:cNvPr id="0" name=""/>
        <dsp:cNvSpPr/>
      </dsp:nvSpPr>
      <dsp:spPr>
        <a:xfrm>
          <a:off x="1076462" y="5143644"/>
          <a:ext cx="2284883" cy="13709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Weak Access restrictions: Malicious actors may be able to access backup data without authorization if there are insufficient access restrictions in place, such as inadequate passwords or insufficient permissions. </a:t>
          </a:r>
        </a:p>
      </dsp:txBody>
      <dsp:txXfrm>
        <a:off x="1116615" y="5183797"/>
        <a:ext cx="2204577" cy="1290624"/>
      </dsp:txXfrm>
    </dsp:sp>
    <dsp:sp modelId="{C3B1A16C-3FA6-4EA2-B6B3-2C4BD7BD4A61}">
      <dsp:nvSpPr>
        <dsp:cNvPr id="0" name=""/>
        <dsp:cNvSpPr/>
      </dsp:nvSpPr>
      <dsp:spPr>
        <a:xfrm rot="16200000">
          <a:off x="3723325" y="4519212"/>
          <a:ext cx="1705840" cy="20563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6C05A1-ECFD-41D2-BA4D-83E5D8AFA774}">
      <dsp:nvSpPr>
        <dsp:cNvPr id="0" name=""/>
        <dsp:cNvSpPr/>
      </dsp:nvSpPr>
      <dsp:spPr>
        <a:xfrm>
          <a:off x="4115358" y="5143644"/>
          <a:ext cx="2284883" cy="13709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Inadequate Off-Site Storage: Depending only on on-site storage raises the possibility of data loss because of physical breaches, technical malfunctions, or natural disasters.</a:t>
          </a:r>
        </a:p>
      </dsp:txBody>
      <dsp:txXfrm>
        <a:off x="4155511" y="5183797"/>
        <a:ext cx="2204577" cy="1290624"/>
      </dsp:txXfrm>
    </dsp:sp>
    <dsp:sp modelId="{546B53BD-756A-459E-AE8A-D030D1730B02}">
      <dsp:nvSpPr>
        <dsp:cNvPr id="0" name=""/>
        <dsp:cNvSpPr/>
      </dsp:nvSpPr>
      <dsp:spPr>
        <a:xfrm rot="16200000">
          <a:off x="3723325" y="2805549"/>
          <a:ext cx="1705840" cy="205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F2A19-2F61-4D4B-8204-F8A3EC4BAF75}">
      <dsp:nvSpPr>
        <dsp:cNvPr id="0" name=""/>
        <dsp:cNvSpPr/>
      </dsp:nvSpPr>
      <dsp:spPr>
        <a:xfrm>
          <a:off x="4115358" y="3429981"/>
          <a:ext cx="2284883" cy="13709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Human error: Data loss may result from inadvertent deletions, incorrect setups, or outdated backups.</a:t>
          </a:r>
        </a:p>
      </dsp:txBody>
      <dsp:txXfrm>
        <a:off x="4155511" y="3470134"/>
        <a:ext cx="2204577" cy="1290624"/>
      </dsp:txXfrm>
    </dsp:sp>
    <dsp:sp modelId="{2CA22EE3-9CDA-4B44-B562-5F1A68435FC6}">
      <dsp:nvSpPr>
        <dsp:cNvPr id="0" name=""/>
        <dsp:cNvSpPr/>
      </dsp:nvSpPr>
      <dsp:spPr>
        <a:xfrm rot="16200000">
          <a:off x="3723325" y="1091887"/>
          <a:ext cx="1705840" cy="2056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6C988-5475-4AAD-965F-BC48C48545E5}">
      <dsp:nvSpPr>
        <dsp:cNvPr id="0" name=""/>
        <dsp:cNvSpPr/>
      </dsp:nvSpPr>
      <dsp:spPr>
        <a:xfrm>
          <a:off x="4115358" y="1716318"/>
          <a:ext cx="2284883" cy="13709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The Repercussions of Insecure Backups:</a:t>
          </a:r>
          <a:endParaRPr lang="en-US" sz="1000" kern="1200"/>
        </a:p>
      </dsp:txBody>
      <dsp:txXfrm>
        <a:off x="4155511" y="1756471"/>
        <a:ext cx="2204577" cy="1290624"/>
      </dsp:txXfrm>
    </dsp:sp>
    <dsp:sp modelId="{2814F4C4-D235-44A2-A111-8CC85B927509}">
      <dsp:nvSpPr>
        <dsp:cNvPr id="0" name=""/>
        <dsp:cNvSpPr/>
      </dsp:nvSpPr>
      <dsp:spPr>
        <a:xfrm>
          <a:off x="4580157" y="235055"/>
          <a:ext cx="3031073" cy="2056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2BCD2-C1C1-45E4-B96B-4D2B71C657ED}">
      <dsp:nvSpPr>
        <dsp:cNvPr id="0" name=""/>
        <dsp:cNvSpPr/>
      </dsp:nvSpPr>
      <dsp:spPr>
        <a:xfrm>
          <a:off x="4115358" y="2656"/>
          <a:ext cx="2284883" cy="13709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Financial Loss: Legal fees, missed income, and cleanup costs associated with data breaches can add up to substantial financial losses. </a:t>
          </a:r>
        </a:p>
      </dsp:txBody>
      <dsp:txXfrm>
        <a:off x="4155511" y="42809"/>
        <a:ext cx="2204577" cy="1290624"/>
      </dsp:txXfrm>
    </dsp:sp>
    <dsp:sp modelId="{A4AC76E7-4B34-4051-B811-3300121792AA}">
      <dsp:nvSpPr>
        <dsp:cNvPr id="0" name=""/>
        <dsp:cNvSpPr/>
      </dsp:nvSpPr>
      <dsp:spPr>
        <a:xfrm rot="5400000">
          <a:off x="6762221" y="1091887"/>
          <a:ext cx="1705840" cy="20563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EDD1D-F7D3-486A-8BDE-6BC050FF3A95}">
      <dsp:nvSpPr>
        <dsp:cNvPr id="0" name=""/>
        <dsp:cNvSpPr/>
      </dsp:nvSpPr>
      <dsp:spPr>
        <a:xfrm>
          <a:off x="7154253" y="2656"/>
          <a:ext cx="2284883" cy="13709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Reputational Damage: A hacking attack has the potential to undermine consumer confidence and harm a company's brand. </a:t>
          </a:r>
        </a:p>
      </dsp:txBody>
      <dsp:txXfrm>
        <a:off x="7194406" y="42809"/>
        <a:ext cx="2204577" cy="1290624"/>
      </dsp:txXfrm>
    </dsp:sp>
    <dsp:sp modelId="{81600A49-1E56-4235-9F86-E255D3D27677}">
      <dsp:nvSpPr>
        <dsp:cNvPr id="0" name=""/>
        <dsp:cNvSpPr/>
      </dsp:nvSpPr>
      <dsp:spPr>
        <a:xfrm rot="5400000">
          <a:off x="6762221" y="2805549"/>
          <a:ext cx="1705840" cy="20563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80687-1BD2-46E4-AF81-122D176330A5}">
      <dsp:nvSpPr>
        <dsp:cNvPr id="0" name=""/>
        <dsp:cNvSpPr/>
      </dsp:nvSpPr>
      <dsp:spPr>
        <a:xfrm>
          <a:off x="7154253" y="1716318"/>
          <a:ext cx="2284883" cy="13709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Operational Disruption: When a company's data is lost, it can cause downtime, lost productivity, and disgruntled customers. </a:t>
          </a:r>
        </a:p>
      </dsp:txBody>
      <dsp:txXfrm>
        <a:off x="7194406" y="1756471"/>
        <a:ext cx="2204577" cy="1290624"/>
      </dsp:txXfrm>
    </dsp:sp>
    <dsp:sp modelId="{7CFBE4AC-D1C8-4334-B19F-C05489D82B8C}">
      <dsp:nvSpPr>
        <dsp:cNvPr id="0" name=""/>
        <dsp:cNvSpPr/>
      </dsp:nvSpPr>
      <dsp:spPr>
        <a:xfrm>
          <a:off x="7154253" y="3429981"/>
          <a:ext cx="2284883" cy="13709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Regulatory Fines: Serious penalties may be imposed for breaking data protection laws like GDPR and HIPAA. </a:t>
          </a:r>
        </a:p>
      </dsp:txBody>
      <dsp:txXfrm>
        <a:off x="7194406" y="3470134"/>
        <a:ext cx="2204577" cy="12906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3E9A2C-D93C-43F9-814B-009533F0F53D}">
      <dsp:nvSpPr>
        <dsp:cNvPr id="0" name=""/>
        <dsp:cNvSpPr/>
      </dsp:nvSpPr>
      <dsp:spPr>
        <a:xfrm>
          <a:off x="0" y="362429"/>
          <a:ext cx="5447070" cy="8751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To guard against data loss from unreliable backups, businesses should:</a:t>
          </a:r>
          <a:endParaRPr lang="en-US" sz="2200" kern="1200" dirty="0"/>
        </a:p>
      </dsp:txBody>
      <dsp:txXfrm>
        <a:off x="42722" y="405151"/>
        <a:ext cx="5361626" cy="789716"/>
      </dsp:txXfrm>
    </dsp:sp>
    <dsp:sp modelId="{F1E4B457-2FCB-41A5-A7C4-F2CD6287F59A}">
      <dsp:nvSpPr>
        <dsp:cNvPr id="0" name=""/>
        <dsp:cNvSpPr/>
      </dsp:nvSpPr>
      <dsp:spPr>
        <a:xfrm>
          <a:off x="0" y="1237589"/>
          <a:ext cx="5447070" cy="1730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94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Put secure encryption and access controls in place.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Backups should be kept off-site in a safe place.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Test and upgrade backups frequently.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Inform staff members about suitable procedures for data security.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Observe applicable data privacy laws.</a:t>
          </a:r>
        </a:p>
      </dsp:txBody>
      <dsp:txXfrm>
        <a:off x="0" y="1237589"/>
        <a:ext cx="5447070" cy="1730520"/>
      </dsp:txXfrm>
    </dsp:sp>
    <dsp:sp modelId="{E6290C30-F553-4328-A918-33299BC31174}">
      <dsp:nvSpPr>
        <dsp:cNvPr id="0" name=""/>
        <dsp:cNvSpPr/>
      </dsp:nvSpPr>
      <dsp:spPr>
        <a:xfrm>
          <a:off x="0" y="2968109"/>
          <a:ext cx="5447070" cy="8751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References:</a:t>
          </a:r>
          <a:endParaRPr lang="en-US" sz="2200" kern="1200"/>
        </a:p>
      </dsp:txBody>
      <dsp:txXfrm>
        <a:off x="42722" y="3010831"/>
        <a:ext cx="5361626" cy="789716"/>
      </dsp:txXfrm>
    </dsp:sp>
    <dsp:sp modelId="{C7D16A10-2949-436F-B92E-9BB60442CF65}">
      <dsp:nvSpPr>
        <dsp:cNvPr id="0" name=""/>
        <dsp:cNvSpPr/>
      </dsp:nvSpPr>
      <dsp:spPr>
        <a:xfrm>
          <a:off x="0" y="3843269"/>
          <a:ext cx="5447070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94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Ponemon Institute: </a:t>
          </a:r>
          <a:r>
            <a:rPr lang="en-US" sz="1700" kern="1200">
              <a:hlinkClick xmlns:r="http://schemas.openxmlformats.org/officeDocument/2006/relationships" r:id="rId1"/>
            </a:rPr>
            <a:t>https://www.ponemon.org/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IBM Security: </a:t>
          </a:r>
          <a:r>
            <a:rPr lang="en-US" sz="1700" kern="1200">
              <a:hlinkClick xmlns:r="http://schemas.openxmlformats.org/officeDocument/2006/relationships" r:id="rId2"/>
            </a:rPr>
            <a:t>https://www.ibm.com/reports/data-breach-action-guide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National Institute of Standards and Technology (NIST): https://www.nist.gov/cyberframework</a:t>
          </a:r>
        </a:p>
      </dsp:txBody>
      <dsp:txXfrm>
        <a:off x="0" y="3843269"/>
        <a:ext cx="5447070" cy="1366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6355B3-C82A-4CB9-A6CF-FEF696FC36E3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6B15D-FCDF-4BF6-85F3-82054D9CB2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224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36B15D-FCDF-4BF6-85F3-82054D9CB29F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99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6928D-A35F-A53B-BCEE-F9059C13C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DF89BA-C930-1106-37AC-E9410FCAA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17683-BC00-45C7-273A-581CA104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F97B7-9B5D-9903-B245-AF2514ED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EF12E-786A-AFB6-34E3-2262BBA8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88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11C3-9EA4-08C2-D820-320D1B3C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516C-0175-93D0-41CF-593B4C680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C4D8E-ADFA-2C8F-DAB0-AB79E893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8D2C4-25B3-EE5B-1FD2-B1F0A2379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25640-82A6-0CF7-7020-6DAB65E2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23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7C8E-49DB-AB16-E35D-239867C1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FFA2A-8A8A-1E71-8F6B-BDB07729E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C1C52-7E99-02E8-4BB9-444ABDF3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BCDDF-046F-190F-F46B-BBA598E6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EA649-9A37-8974-095C-FADF7690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97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DDD6-DB4C-B545-6A41-11A33B7D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3CDA-A27D-5C96-B744-9A418A4FE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FA5B9-1BE8-7BDC-B9DA-6D67F42C3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D9BC9-D5A0-88E7-310A-67E7DC73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CC869-52DA-894D-E0A8-CE7633A9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ADB2F-DA4F-6579-D891-FC0C962C7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52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483B-6C9C-FFC5-C5E7-440AA5C4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844D5-07AF-C7B5-B9FD-5C473E060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2A991-0548-DC8C-68D9-AF1BFBB3C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8F7-683F-B894-3112-DBBA7B183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64CAC-F86E-B136-4B07-10E31557F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145DF7-2A99-C5DD-6DF2-A1B74AE5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0E3370-6E5D-8BC8-A549-1EFB438D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4F2B3-83F4-2F45-93E9-5B80147E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089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FD94-D3FD-8C46-43BE-610F2B459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26D13-D987-8DE3-857F-7DAAD563A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03F00-A562-0481-6EA6-5D796D7D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1F0EA-4656-33F1-F64C-45FA15D0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40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75142-8764-C2A2-F3D6-8C8299D0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D45E9-97C3-834C-2055-D73856C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6127D-D53A-5014-7879-3E3E96D4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748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6D6E-A6C8-8B74-2921-98747AEA3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14323-C515-4BFB-9CDD-F11D0B108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60EB6-12C2-B74A-7FFC-DAB8BD816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9CB42-FE94-0B78-AD77-3300E6379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DE877-BC7B-83D0-CEB8-780054EF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C0A45-528E-B94F-EEBC-DF40EF467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604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808D-804B-ECD0-7611-140E7FB2E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8C0C2C-04BD-F183-B081-9F4EE504FB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C490C-EB79-D6AF-353A-8EE0A6AE3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A1976-5800-59B7-2550-B6B1AC343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6D7D9-A213-E8A1-02E1-97E5367B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3D3F2-EC11-2355-A819-225F056D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241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F1FF6-05AF-22A2-B4BB-329726C5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C914B-F05F-E434-2CD4-25CDDD3BB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D88F6-27EA-4ACF-DE49-04F08BAD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4D955-ECC0-EF25-EE6B-E93EB434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7349E-21F6-0BBE-32A4-FE7C6551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67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69AB5C-CEED-57BB-D914-2409D3F0C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90D5B-634A-ACB3-A8EB-39AAEE45C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9DD9C-4991-C2D3-72D9-1F388FB5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C66A6-918E-C6D3-254C-ED23CA88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7F42A-1C1B-375F-33E2-680F1863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422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CF4E6-EEDC-46DA-A3F4-849C3E2A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A9C7-6019-620B-6F65-76F0806DE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E4FF1-AC57-B4F6-8BCD-6A0DB22E2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90A50-2373-4EDC-9129-057CB6BAD8F8}" type="datetimeFigureOut">
              <a:rPr lang="en-AU" smtClean="0"/>
              <a:t>24/09/2024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6FF50-F5B6-95FE-6D20-CFE1EE72D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4D7E8-747D-920E-74DB-4DBB92A42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17AE6-783A-4438-9F39-D889023FAA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38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80988-1F2A-8A61-5736-8B2B77FCF936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Causal Loop Diagram for Problem Solving in IT Management: Frequent data loss due to unsecured backups. </a:t>
            </a:r>
          </a:p>
        </p:txBody>
      </p:sp>
      <p:pic>
        <p:nvPicPr>
          <p:cNvPr id="7" name="Picture 6" descr="A diagram of a training process&#10;&#10;Description automatically generated">
            <a:extLst>
              <a:ext uri="{FF2B5EF4-FFF2-40B4-BE49-F238E27FC236}">
                <a16:creationId xmlns:a16="http://schemas.microsoft.com/office/drawing/2014/main" id="{A7895D9F-8D82-EF07-8491-8721C299B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599514"/>
            <a:ext cx="6903720" cy="365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2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40B51465-5FFE-7A4A-8516-1AB20278A1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81078"/>
              </p:ext>
            </p:extLst>
          </p:nvPr>
        </p:nvGraphicFramePr>
        <p:xfrm>
          <a:off x="1175944" y="288485"/>
          <a:ext cx="10515600" cy="6517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124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0E9A6ED-B880-44EA-8D60-C9D3C82C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BDBC87E-53A6-0D8A-BF34-171B29B0B2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63" r="15936"/>
          <a:stretch/>
        </p:blipFill>
        <p:spPr>
          <a:xfrm>
            <a:off x="6182944" y="557189"/>
            <a:ext cx="5170852" cy="5571898"/>
          </a:xfrm>
          <a:prstGeom prst="rect">
            <a:avLst/>
          </a:prstGeom>
          <a:effectLst/>
        </p:spPr>
      </p:pic>
      <p:graphicFrame>
        <p:nvGraphicFramePr>
          <p:cNvPr id="37" name="TextBox 2">
            <a:extLst>
              <a:ext uri="{FF2B5EF4-FFF2-40B4-BE49-F238E27FC236}">
                <a16:creationId xmlns:a16="http://schemas.microsoft.com/office/drawing/2014/main" id="{3AC13F63-9B3F-EF80-1D59-6FF9F00C92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6459316"/>
              </p:ext>
            </p:extLst>
          </p:nvPr>
        </p:nvGraphicFramePr>
        <p:xfrm>
          <a:off x="367937" y="557189"/>
          <a:ext cx="5447070" cy="5571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989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354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varsha chaudhary</dc:creator>
  <cp:lastModifiedBy>varsha chaudhary</cp:lastModifiedBy>
  <cp:revision>1</cp:revision>
  <dcterms:created xsi:type="dcterms:W3CDTF">2024-09-24T22:54:02Z</dcterms:created>
  <dcterms:modified xsi:type="dcterms:W3CDTF">2024-09-24T23:36:45Z</dcterms:modified>
</cp:coreProperties>
</file>