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BEBB31-9A58-4128-8822-0E0C658FFB50}" v="1" dt="2024-06-30T18:14:57.2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3" d="100"/>
          <a:sy n="73" d="100"/>
        </p:scale>
        <p:origin x="36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sha chaudhary" userId="28d2b53ea8f17f6c" providerId="LiveId" clId="{CABEBB31-9A58-4128-8822-0E0C658FFB50}"/>
    <pc:docChg chg="custSel modSld">
      <pc:chgData name="varsha chaudhary" userId="28d2b53ea8f17f6c" providerId="LiveId" clId="{CABEBB31-9A58-4128-8822-0E0C658FFB50}" dt="2024-07-01T16:05:10.367" v="20" actId="1076"/>
      <pc:docMkLst>
        <pc:docMk/>
      </pc:docMkLst>
      <pc:sldChg chg="addSp modSp mod">
        <pc:chgData name="varsha chaudhary" userId="28d2b53ea8f17f6c" providerId="LiveId" clId="{CABEBB31-9A58-4128-8822-0E0C658FFB50}" dt="2024-07-01T16:05:10.367" v="20" actId="1076"/>
        <pc:sldMkLst>
          <pc:docMk/>
          <pc:sldMk cId="164321934" sldId="256"/>
        </pc:sldMkLst>
        <pc:spChg chg="mod">
          <ac:chgData name="varsha chaudhary" userId="28d2b53ea8f17f6c" providerId="LiveId" clId="{CABEBB31-9A58-4128-8822-0E0C658FFB50}" dt="2024-07-01T16:05:10.367" v="20" actId="1076"/>
          <ac:spMkLst>
            <pc:docMk/>
            <pc:sldMk cId="164321934" sldId="256"/>
            <ac:spMk id="2" creationId="{C342DEA3-DBC9-30C0-0B44-98312F67CD3A}"/>
          </ac:spMkLst>
        </pc:spChg>
        <pc:spChg chg="add mod">
          <ac:chgData name="varsha chaudhary" userId="28d2b53ea8f17f6c" providerId="LiveId" clId="{CABEBB31-9A58-4128-8822-0E0C658FFB50}" dt="2024-06-30T18:26:58.199" v="13" actId="1076"/>
          <ac:spMkLst>
            <pc:docMk/>
            <pc:sldMk cId="164321934" sldId="256"/>
            <ac:spMk id="4" creationId="{8DB9D901-5AAE-175C-A988-B284E725FD53}"/>
          </ac:spMkLst>
        </pc:spChg>
        <pc:spChg chg="add mod">
          <ac:chgData name="varsha chaudhary" userId="28d2b53ea8f17f6c" providerId="LiveId" clId="{CABEBB31-9A58-4128-8822-0E0C658FFB50}" dt="2024-06-30T18:26:43.867" v="12" actId="14100"/>
          <ac:spMkLst>
            <pc:docMk/>
            <pc:sldMk cId="164321934" sldId="256"/>
            <ac:spMk id="5" creationId="{27827E51-F94D-0DCA-3267-6235BDA54A7F}"/>
          </ac:spMkLst>
        </pc:spChg>
      </pc:sldChg>
      <pc:sldChg chg="addSp modSp mod">
        <pc:chgData name="varsha chaudhary" userId="28d2b53ea8f17f6c" providerId="LiveId" clId="{CABEBB31-9A58-4128-8822-0E0C658FFB50}" dt="2024-06-30T18:27:41.106" v="18" actId="1076"/>
        <pc:sldMkLst>
          <pc:docMk/>
          <pc:sldMk cId="3928041392" sldId="257"/>
        </pc:sldMkLst>
        <pc:spChg chg="mod">
          <ac:chgData name="varsha chaudhary" userId="28d2b53ea8f17f6c" providerId="LiveId" clId="{CABEBB31-9A58-4128-8822-0E0C658FFB50}" dt="2024-06-30T18:14:57.247" v="5" actId="255"/>
          <ac:spMkLst>
            <pc:docMk/>
            <pc:sldMk cId="3928041392" sldId="257"/>
            <ac:spMk id="2" creationId="{1E252C5D-969A-CF1C-8706-556A064D5469}"/>
          </ac:spMkLst>
        </pc:spChg>
        <pc:spChg chg="add mod">
          <ac:chgData name="varsha chaudhary" userId="28d2b53ea8f17f6c" providerId="LiveId" clId="{CABEBB31-9A58-4128-8822-0E0C658FFB50}" dt="2024-06-30T18:27:13.008" v="14" actId="14100"/>
          <ac:spMkLst>
            <pc:docMk/>
            <pc:sldMk cId="3928041392" sldId="257"/>
            <ac:spMk id="3" creationId="{E33E00E2-4EC8-B8C3-095A-367443EFD054}"/>
          </ac:spMkLst>
        </pc:spChg>
        <pc:spChg chg="add mod">
          <ac:chgData name="varsha chaudhary" userId="28d2b53ea8f17f6c" providerId="LiveId" clId="{CABEBB31-9A58-4128-8822-0E0C658FFB50}" dt="2024-06-30T18:27:19.485" v="15" actId="1076"/>
          <ac:spMkLst>
            <pc:docMk/>
            <pc:sldMk cId="3928041392" sldId="257"/>
            <ac:spMk id="5" creationId="{8E1A8D91-45F8-AE13-578E-74026615308E}"/>
          </ac:spMkLst>
        </pc:spChg>
        <pc:spChg chg="add mod">
          <ac:chgData name="varsha chaudhary" userId="28d2b53ea8f17f6c" providerId="LiveId" clId="{CABEBB31-9A58-4128-8822-0E0C658FFB50}" dt="2024-06-30T18:27:41.106" v="18" actId="1076"/>
          <ac:spMkLst>
            <pc:docMk/>
            <pc:sldMk cId="3928041392" sldId="257"/>
            <ac:spMk id="6" creationId="{CD8EF325-E297-A428-DBA5-6C8116D7D128}"/>
          </ac:spMkLst>
        </pc:spChg>
        <pc:spChg chg="add mod">
          <ac:chgData name="varsha chaudhary" userId="28d2b53ea8f17f6c" providerId="LiveId" clId="{CABEBB31-9A58-4128-8822-0E0C658FFB50}" dt="2024-06-30T18:27:30.094" v="17" actId="1076"/>
          <ac:spMkLst>
            <pc:docMk/>
            <pc:sldMk cId="3928041392" sldId="257"/>
            <ac:spMk id="7" creationId="{9DDBA046-2D68-4060-3BA5-6C00E955A82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DB55E-37F6-7703-512A-338B3225E7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F10C4684-5AF3-C5D0-DB21-3A0D734964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6E44B60-1FF6-49F1-FA21-CB7E77A9EF89}"/>
              </a:ext>
            </a:extLst>
          </p:cNvPr>
          <p:cNvSpPr>
            <a:spLocks noGrp="1"/>
          </p:cNvSpPr>
          <p:nvPr>
            <p:ph type="dt" sz="half" idx="10"/>
          </p:nvPr>
        </p:nvSpPr>
        <p:spPr/>
        <p:txBody>
          <a:bodyPr/>
          <a:lstStyle/>
          <a:p>
            <a:fld id="{86826567-F007-40B3-AA6E-71904C2A75A7}" type="datetimeFigureOut">
              <a:rPr lang="en-AU" smtClean="0"/>
              <a:t>1/07/2024</a:t>
            </a:fld>
            <a:endParaRPr lang="en-AU"/>
          </a:p>
        </p:txBody>
      </p:sp>
      <p:sp>
        <p:nvSpPr>
          <p:cNvPr id="5" name="Footer Placeholder 4">
            <a:extLst>
              <a:ext uri="{FF2B5EF4-FFF2-40B4-BE49-F238E27FC236}">
                <a16:creationId xmlns:a16="http://schemas.microsoft.com/office/drawing/2014/main" id="{480D34B4-66C8-2E2B-8236-6EAF5A35ED0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EC7EE69-34A1-118A-F0B5-17B1362821C9}"/>
              </a:ext>
            </a:extLst>
          </p:cNvPr>
          <p:cNvSpPr>
            <a:spLocks noGrp="1"/>
          </p:cNvSpPr>
          <p:nvPr>
            <p:ph type="sldNum" sz="quarter" idx="12"/>
          </p:nvPr>
        </p:nvSpPr>
        <p:spPr/>
        <p:txBody>
          <a:bodyPr/>
          <a:lstStyle/>
          <a:p>
            <a:fld id="{D714B8A8-32D3-490C-AFA2-18DE58E2E0AA}" type="slidenum">
              <a:rPr lang="en-AU" smtClean="0"/>
              <a:t>‹#›</a:t>
            </a:fld>
            <a:endParaRPr lang="en-AU"/>
          </a:p>
        </p:txBody>
      </p:sp>
    </p:spTree>
    <p:extLst>
      <p:ext uri="{BB962C8B-B14F-4D97-AF65-F5344CB8AC3E}">
        <p14:creationId xmlns:p14="http://schemas.microsoft.com/office/powerpoint/2010/main" val="1722543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B5002-B046-38CA-64A2-3C5F052F8A6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F0F0B56-D7DA-8944-060D-CA65EA96BE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0684B19-7664-B67C-6980-FF4894FED324}"/>
              </a:ext>
            </a:extLst>
          </p:cNvPr>
          <p:cNvSpPr>
            <a:spLocks noGrp="1"/>
          </p:cNvSpPr>
          <p:nvPr>
            <p:ph type="dt" sz="half" idx="10"/>
          </p:nvPr>
        </p:nvSpPr>
        <p:spPr/>
        <p:txBody>
          <a:bodyPr/>
          <a:lstStyle/>
          <a:p>
            <a:fld id="{86826567-F007-40B3-AA6E-71904C2A75A7}" type="datetimeFigureOut">
              <a:rPr lang="en-AU" smtClean="0"/>
              <a:t>1/07/2024</a:t>
            </a:fld>
            <a:endParaRPr lang="en-AU"/>
          </a:p>
        </p:txBody>
      </p:sp>
      <p:sp>
        <p:nvSpPr>
          <p:cNvPr id="5" name="Footer Placeholder 4">
            <a:extLst>
              <a:ext uri="{FF2B5EF4-FFF2-40B4-BE49-F238E27FC236}">
                <a16:creationId xmlns:a16="http://schemas.microsoft.com/office/drawing/2014/main" id="{052B2E9B-2BD1-85E4-8E39-9578B170A94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D7D0469-2A9B-BBD2-7696-79B01F217D0E}"/>
              </a:ext>
            </a:extLst>
          </p:cNvPr>
          <p:cNvSpPr>
            <a:spLocks noGrp="1"/>
          </p:cNvSpPr>
          <p:nvPr>
            <p:ph type="sldNum" sz="quarter" idx="12"/>
          </p:nvPr>
        </p:nvSpPr>
        <p:spPr/>
        <p:txBody>
          <a:bodyPr/>
          <a:lstStyle/>
          <a:p>
            <a:fld id="{D714B8A8-32D3-490C-AFA2-18DE58E2E0AA}" type="slidenum">
              <a:rPr lang="en-AU" smtClean="0"/>
              <a:t>‹#›</a:t>
            </a:fld>
            <a:endParaRPr lang="en-AU"/>
          </a:p>
        </p:txBody>
      </p:sp>
    </p:spTree>
    <p:extLst>
      <p:ext uri="{BB962C8B-B14F-4D97-AF65-F5344CB8AC3E}">
        <p14:creationId xmlns:p14="http://schemas.microsoft.com/office/powerpoint/2010/main" val="1091685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5413-D9C9-B7A3-C93B-70F9AE77F0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986AC3E7-8164-1BC3-AF9B-47FCB70C06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723BA3-C632-DDA4-1D22-E500ABDF5567}"/>
              </a:ext>
            </a:extLst>
          </p:cNvPr>
          <p:cNvSpPr>
            <a:spLocks noGrp="1"/>
          </p:cNvSpPr>
          <p:nvPr>
            <p:ph type="dt" sz="half" idx="10"/>
          </p:nvPr>
        </p:nvSpPr>
        <p:spPr/>
        <p:txBody>
          <a:bodyPr/>
          <a:lstStyle/>
          <a:p>
            <a:fld id="{86826567-F007-40B3-AA6E-71904C2A75A7}" type="datetimeFigureOut">
              <a:rPr lang="en-AU" smtClean="0"/>
              <a:t>1/07/2024</a:t>
            </a:fld>
            <a:endParaRPr lang="en-AU"/>
          </a:p>
        </p:txBody>
      </p:sp>
      <p:sp>
        <p:nvSpPr>
          <p:cNvPr id="5" name="Footer Placeholder 4">
            <a:extLst>
              <a:ext uri="{FF2B5EF4-FFF2-40B4-BE49-F238E27FC236}">
                <a16:creationId xmlns:a16="http://schemas.microsoft.com/office/drawing/2014/main" id="{11F0C94A-AB77-7242-A244-EFBB0EB221A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12076E2-1CFF-EBA5-FEC9-725D271D4F66}"/>
              </a:ext>
            </a:extLst>
          </p:cNvPr>
          <p:cNvSpPr>
            <a:spLocks noGrp="1"/>
          </p:cNvSpPr>
          <p:nvPr>
            <p:ph type="sldNum" sz="quarter" idx="12"/>
          </p:nvPr>
        </p:nvSpPr>
        <p:spPr/>
        <p:txBody>
          <a:bodyPr/>
          <a:lstStyle/>
          <a:p>
            <a:fld id="{D714B8A8-32D3-490C-AFA2-18DE58E2E0AA}" type="slidenum">
              <a:rPr lang="en-AU" smtClean="0"/>
              <a:t>‹#›</a:t>
            </a:fld>
            <a:endParaRPr lang="en-AU"/>
          </a:p>
        </p:txBody>
      </p:sp>
    </p:spTree>
    <p:extLst>
      <p:ext uri="{BB962C8B-B14F-4D97-AF65-F5344CB8AC3E}">
        <p14:creationId xmlns:p14="http://schemas.microsoft.com/office/powerpoint/2010/main" val="2224255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6A1E4-CA8C-629F-96C0-E7D6371A623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81D6FBF-E598-7B0C-9AE1-BC9B7B2FF2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07AD17E9-EBE2-9C80-8895-FA31EA39AF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E1695CE8-CFAD-F11D-9B67-B3B479443B99}"/>
              </a:ext>
            </a:extLst>
          </p:cNvPr>
          <p:cNvSpPr>
            <a:spLocks noGrp="1"/>
          </p:cNvSpPr>
          <p:nvPr>
            <p:ph type="dt" sz="half" idx="10"/>
          </p:nvPr>
        </p:nvSpPr>
        <p:spPr/>
        <p:txBody>
          <a:bodyPr/>
          <a:lstStyle/>
          <a:p>
            <a:fld id="{86826567-F007-40B3-AA6E-71904C2A75A7}" type="datetimeFigureOut">
              <a:rPr lang="en-AU" smtClean="0"/>
              <a:t>1/07/2024</a:t>
            </a:fld>
            <a:endParaRPr lang="en-AU"/>
          </a:p>
        </p:txBody>
      </p:sp>
      <p:sp>
        <p:nvSpPr>
          <p:cNvPr id="6" name="Footer Placeholder 5">
            <a:extLst>
              <a:ext uri="{FF2B5EF4-FFF2-40B4-BE49-F238E27FC236}">
                <a16:creationId xmlns:a16="http://schemas.microsoft.com/office/drawing/2014/main" id="{53221258-6934-060A-B02C-E025757B352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10FBDE6-BA0A-B4F5-54D5-D055C23C44CE}"/>
              </a:ext>
            </a:extLst>
          </p:cNvPr>
          <p:cNvSpPr>
            <a:spLocks noGrp="1"/>
          </p:cNvSpPr>
          <p:nvPr>
            <p:ph type="sldNum" sz="quarter" idx="12"/>
          </p:nvPr>
        </p:nvSpPr>
        <p:spPr/>
        <p:txBody>
          <a:bodyPr/>
          <a:lstStyle/>
          <a:p>
            <a:fld id="{D714B8A8-32D3-490C-AFA2-18DE58E2E0AA}" type="slidenum">
              <a:rPr lang="en-AU" smtClean="0"/>
              <a:t>‹#›</a:t>
            </a:fld>
            <a:endParaRPr lang="en-AU"/>
          </a:p>
        </p:txBody>
      </p:sp>
    </p:spTree>
    <p:extLst>
      <p:ext uri="{BB962C8B-B14F-4D97-AF65-F5344CB8AC3E}">
        <p14:creationId xmlns:p14="http://schemas.microsoft.com/office/powerpoint/2010/main" val="3823539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D4EF0-86C3-9078-BF19-5142FC121FD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77EBFF6-84E3-06A8-338A-930206F740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340A6B-18E3-D59C-D993-B136C95471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C5E96FA7-8767-25A7-BEDF-E707042857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AA807D-3709-5BCF-A821-B3FD58FB10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C9904A1E-489C-2D3A-59D5-13313C242F90}"/>
              </a:ext>
            </a:extLst>
          </p:cNvPr>
          <p:cNvSpPr>
            <a:spLocks noGrp="1"/>
          </p:cNvSpPr>
          <p:nvPr>
            <p:ph type="dt" sz="half" idx="10"/>
          </p:nvPr>
        </p:nvSpPr>
        <p:spPr/>
        <p:txBody>
          <a:bodyPr/>
          <a:lstStyle/>
          <a:p>
            <a:fld id="{86826567-F007-40B3-AA6E-71904C2A75A7}" type="datetimeFigureOut">
              <a:rPr lang="en-AU" smtClean="0"/>
              <a:t>1/07/2024</a:t>
            </a:fld>
            <a:endParaRPr lang="en-AU"/>
          </a:p>
        </p:txBody>
      </p:sp>
      <p:sp>
        <p:nvSpPr>
          <p:cNvPr id="8" name="Footer Placeholder 7">
            <a:extLst>
              <a:ext uri="{FF2B5EF4-FFF2-40B4-BE49-F238E27FC236}">
                <a16:creationId xmlns:a16="http://schemas.microsoft.com/office/drawing/2014/main" id="{1CCD5D64-8CF9-C98E-DEFD-E671F68C1108}"/>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88D4813D-B993-47B9-0A78-4D8AB9B98FD3}"/>
              </a:ext>
            </a:extLst>
          </p:cNvPr>
          <p:cNvSpPr>
            <a:spLocks noGrp="1"/>
          </p:cNvSpPr>
          <p:nvPr>
            <p:ph type="sldNum" sz="quarter" idx="12"/>
          </p:nvPr>
        </p:nvSpPr>
        <p:spPr/>
        <p:txBody>
          <a:bodyPr/>
          <a:lstStyle/>
          <a:p>
            <a:fld id="{D714B8A8-32D3-490C-AFA2-18DE58E2E0AA}" type="slidenum">
              <a:rPr lang="en-AU" smtClean="0"/>
              <a:t>‹#›</a:t>
            </a:fld>
            <a:endParaRPr lang="en-AU"/>
          </a:p>
        </p:txBody>
      </p:sp>
    </p:spTree>
    <p:extLst>
      <p:ext uri="{BB962C8B-B14F-4D97-AF65-F5344CB8AC3E}">
        <p14:creationId xmlns:p14="http://schemas.microsoft.com/office/powerpoint/2010/main" val="326049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70984-3160-1953-DFA0-9A3DB9D12B14}"/>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E54F7C28-B961-B443-89E2-5EB3C2E7C659}"/>
              </a:ext>
            </a:extLst>
          </p:cNvPr>
          <p:cNvSpPr>
            <a:spLocks noGrp="1"/>
          </p:cNvSpPr>
          <p:nvPr>
            <p:ph type="dt" sz="half" idx="10"/>
          </p:nvPr>
        </p:nvSpPr>
        <p:spPr/>
        <p:txBody>
          <a:bodyPr/>
          <a:lstStyle/>
          <a:p>
            <a:fld id="{86826567-F007-40B3-AA6E-71904C2A75A7}" type="datetimeFigureOut">
              <a:rPr lang="en-AU" smtClean="0"/>
              <a:t>1/07/2024</a:t>
            </a:fld>
            <a:endParaRPr lang="en-AU"/>
          </a:p>
        </p:txBody>
      </p:sp>
      <p:sp>
        <p:nvSpPr>
          <p:cNvPr id="4" name="Footer Placeholder 3">
            <a:extLst>
              <a:ext uri="{FF2B5EF4-FFF2-40B4-BE49-F238E27FC236}">
                <a16:creationId xmlns:a16="http://schemas.microsoft.com/office/drawing/2014/main" id="{49B97AAA-E095-E07C-EBAA-70814473BA5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4ECE7833-F2FE-CD35-889E-5AF1D9BDF039}"/>
              </a:ext>
            </a:extLst>
          </p:cNvPr>
          <p:cNvSpPr>
            <a:spLocks noGrp="1"/>
          </p:cNvSpPr>
          <p:nvPr>
            <p:ph type="sldNum" sz="quarter" idx="12"/>
          </p:nvPr>
        </p:nvSpPr>
        <p:spPr/>
        <p:txBody>
          <a:bodyPr/>
          <a:lstStyle/>
          <a:p>
            <a:fld id="{D714B8A8-32D3-490C-AFA2-18DE58E2E0AA}" type="slidenum">
              <a:rPr lang="en-AU" smtClean="0"/>
              <a:t>‹#›</a:t>
            </a:fld>
            <a:endParaRPr lang="en-AU"/>
          </a:p>
        </p:txBody>
      </p:sp>
    </p:spTree>
    <p:extLst>
      <p:ext uri="{BB962C8B-B14F-4D97-AF65-F5344CB8AC3E}">
        <p14:creationId xmlns:p14="http://schemas.microsoft.com/office/powerpoint/2010/main" val="1623176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50C824-C47C-92E3-A3B3-789FFFA394FD}"/>
              </a:ext>
            </a:extLst>
          </p:cNvPr>
          <p:cNvSpPr>
            <a:spLocks noGrp="1"/>
          </p:cNvSpPr>
          <p:nvPr>
            <p:ph type="dt" sz="half" idx="10"/>
          </p:nvPr>
        </p:nvSpPr>
        <p:spPr/>
        <p:txBody>
          <a:bodyPr/>
          <a:lstStyle/>
          <a:p>
            <a:fld id="{86826567-F007-40B3-AA6E-71904C2A75A7}" type="datetimeFigureOut">
              <a:rPr lang="en-AU" smtClean="0"/>
              <a:t>1/07/2024</a:t>
            </a:fld>
            <a:endParaRPr lang="en-AU"/>
          </a:p>
        </p:txBody>
      </p:sp>
      <p:sp>
        <p:nvSpPr>
          <p:cNvPr id="3" name="Footer Placeholder 2">
            <a:extLst>
              <a:ext uri="{FF2B5EF4-FFF2-40B4-BE49-F238E27FC236}">
                <a16:creationId xmlns:a16="http://schemas.microsoft.com/office/drawing/2014/main" id="{7760AE9F-7471-9D28-9F45-18A8CD896707}"/>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14BEC01-8D03-4A4E-75A1-CA3220F55DBA}"/>
              </a:ext>
            </a:extLst>
          </p:cNvPr>
          <p:cNvSpPr>
            <a:spLocks noGrp="1"/>
          </p:cNvSpPr>
          <p:nvPr>
            <p:ph type="sldNum" sz="quarter" idx="12"/>
          </p:nvPr>
        </p:nvSpPr>
        <p:spPr/>
        <p:txBody>
          <a:bodyPr/>
          <a:lstStyle/>
          <a:p>
            <a:fld id="{D714B8A8-32D3-490C-AFA2-18DE58E2E0AA}" type="slidenum">
              <a:rPr lang="en-AU" smtClean="0"/>
              <a:t>‹#›</a:t>
            </a:fld>
            <a:endParaRPr lang="en-AU"/>
          </a:p>
        </p:txBody>
      </p:sp>
    </p:spTree>
    <p:extLst>
      <p:ext uri="{BB962C8B-B14F-4D97-AF65-F5344CB8AC3E}">
        <p14:creationId xmlns:p14="http://schemas.microsoft.com/office/powerpoint/2010/main" val="2195930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39F79-C490-0AF5-8FCC-451332D26F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C23EDD3C-0639-0756-58CB-311CBC466A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A59FF20A-D6B5-18E5-E4C0-0130E9D736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49F669-A9D1-7EDB-3E48-9B1A396DFEFE}"/>
              </a:ext>
            </a:extLst>
          </p:cNvPr>
          <p:cNvSpPr>
            <a:spLocks noGrp="1"/>
          </p:cNvSpPr>
          <p:nvPr>
            <p:ph type="dt" sz="half" idx="10"/>
          </p:nvPr>
        </p:nvSpPr>
        <p:spPr/>
        <p:txBody>
          <a:bodyPr/>
          <a:lstStyle/>
          <a:p>
            <a:fld id="{86826567-F007-40B3-AA6E-71904C2A75A7}" type="datetimeFigureOut">
              <a:rPr lang="en-AU" smtClean="0"/>
              <a:t>1/07/2024</a:t>
            </a:fld>
            <a:endParaRPr lang="en-AU"/>
          </a:p>
        </p:txBody>
      </p:sp>
      <p:sp>
        <p:nvSpPr>
          <p:cNvPr id="6" name="Footer Placeholder 5">
            <a:extLst>
              <a:ext uri="{FF2B5EF4-FFF2-40B4-BE49-F238E27FC236}">
                <a16:creationId xmlns:a16="http://schemas.microsoft.com/office/drawing/2014/main" id="{EA4AD173-F9C9-9DE8-7239-4E379B9EA80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608412C-99B4-A891-A99C-B1E5863B8A9D}"/>
              </a:ext>
            </a:extLst>
          </p:cNvPr>
          <p:cNvSpPr>
            <a:spLocks noGrp="1"/>
          </p:cNvSpPr>
          <p:nvPr>
            <p:ph type="sldNum" sz="quarter" idx="12"/>
          </p:nvPr>
        </p:nvSpPr>
        <p:spPr/>
        <p:txBody>
          <a:bodyPr/>
          <a:lstStyle/>
          <a:p>
            <a:fld id="{D714B8A8-32D3-490C-AFA2-18DE58E2E0AA}" type="slidenum">
              <a:rPr lang="en-AU" smtClean="0"/>
              <a:t>‹#›</a:t>
            </a:fld>
            <a:endParaRPr lang="en-AU"/>
          </a:p>
        </p:txBody>
      </p:sp>
    </p:spTree>
    <p:extLst>
      <p:ext uri="{BB962C8B-B14F-4D97-AF65-F5344CB8AC3E}">
        <p14:creationId xmlns:p14="http://schemas.microsoft.com/office/powerpoint/2010/main" val="2282535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BFE95-B47E-8555-FC8B-1250130BF1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3F9030F3-60A8-2F87-D9E8-64B2C6F2DB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E2D2595F-6AA3-10E9-49EC-C4ED93ECE2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8F35B5-F528-7768-1606-8D009071DEDD}"/>
              </a:ext>
            </a:extLst>
          </p:cNvPr>
          <p:cNvSpPr>
            <a:spLocks noGrp="1"/>
          </p:cNvSpPr>
          <p:nvPr>
            <p:ph type="dt" sz="half" idx="10"/>
          </p:nvPr>
        </p:nvSpPr>
        <p:spPr/>
        <p:txBody>
          <a:bodyPr/>
          <a:lstStyle/>
          <a:p>
            <a:fld id="{86826567-F007-40B3-AA6E-71904C2A75A7}" type="datetimeFigureOut">
              <a:rPr lang="en-AU" smtClean="0"/>
              <a:t>1/07/2024</a:t>
            </a:fld>
            <a:endParaRPr lang="en-AU"/>
          </a:p>
        </p:txBody>
      </p:sp>
      <p:sp>
        <p:nvSpPr>
          <p:cNvPr id="6" name="Footer Placeholder 5">
            <a:extLst>
              <a:ext uri="{FF2B5EF4-FFF2-40B4-BE49-F238E27FC236}">
                <a16:creationId xmlns:a16="http://schemas.microsoft.com/office/drawing/2014/main" id="{8173F0D4-E0D8-819B-4E7C-BD8364E4CDE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72F3CF9-6A9E-2053-B5BE-6A4A340E3378}"/>
              </a:ext>
            </a:extLst>
          </p:cNvPr>
          <p:cNvSpPr>
            <a:spLocks noGrp="1"/>
          </p:cNvSpPr>
          <p:nvPr>
            <p:ph type="sldNum" sz="quarter" idx="12"/>
          </p:nvPr>
        </p:nvSpPr>
        <p:spPr/>
        <p:txBody>
          <a:bodyPr/>
          <a:lstStyle/>
          <a:p>
            <a:fld id="{D714B8A8-32D3-490C-AFA2-18DE58E2E0AA}" type="slidenum">
              <a:rPr lang="en-AU" smtClean="0"/>
              <a:t>‹#›</a:t>
            </a:fld>
            <a:endParaRPr lang="en-AU"/>
          </a:p>
        </p:txBody>
      </p:sp>
    </p:spTree>
    <p:extLst>
      <p:ext uri="{BB962C8B-B14F-4D97-AF65-F5344CB8AC3E}">
        <p14:creationId xmlns:p14="http://schemas.microsoft.com/office/powerpoint/2010/main" val="3240705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DC1AE-E6ED-45C9-6805-13AFD3618FD2}"/>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0EFC198-6FF1-CA23-4AD0-E96F720AF3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7F145C5-0913-E333-269D-2A36F748D353}"/>
              </a:ext>
            </a:extLst>
          </p:cNvPr>
          <p:cNvSpPr>
            <a:spLocks noGrp="1"/>
          </p:cNvSpPr>
          <p:nvPr>
            <p:ph type="dt" sz="half" idx="10"/>
          </p:nvPr>
        </p:nvSpPr>
        <p:spPr/>
        <p:txBody>
          <a:bodyPr/>
          <a:lstStyle/>
          <a:p>
            <a:fld id="{86826567-F007-40B3-AA6E-71904C2A75A7}" type="datetimeFigureOut">
              <a:rPr lang="en-AU" smtClean="0"/>
              <a:t>1/07/2024</a:t>
            </a:fld>
            <a:endParaRPr lang="en-AU"/>
          </a:p>
        </p:txBody>
      </p:sp>
      <p:sp>
        <p:nvSpPr>
          <p:cNvPr id="5" name="Footer Placeholder 4">
            <a:extLst>
              <a:ext uri="{FF2B5EF4-FFF2-40B4-BE49-F238E27FC236}">
                <a16:creationId xmlns:a16="http://schemas.microsoft.com/office/drawing/2014/main" id="{5C64334C-37C1-575A-EA38-FDA86B81527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710E810-D688-20AC-C787-C9765D80B2EF}"/>
              </a:ext>
            </a:extLst>
          </p:cNvPr>
          <p:cNvSpPr>
            <a:spLocks noGrp="1"/>
          </p:cNvSpPr>
          <p:nvPr>
            <p:ph type="sldNum" sz="quarter" idx="12"/>
          </p:nvPr>
        </p:nvSpPr>
        <p:spPr/>
        <p:txBody>
          <a:bodyPr/>
          <a:lstStyle/>
          <a:p>
            <a:fld id="{D714B8A8-32D3-490C-AFA2-18DE58E2E0AA}" type="slidenum">
              <a:rPr lang="en-AU" smtClean="0"/>
              <a:t>‹#›</a:t>
            </a:fld>
            <a:endParaRPr lang="en-AU"/>
          </a:p>
        </p:txBody>
      </p:sp>
    </p:spTree>
    <p:extLst>
      <p:ext uri="{BB962C8B-B14F-4D97-AF65-F5344CB8AC3E}">
        <p14:creationId xmlns:p14="http://schemas.microsoft.com/office/powerpoint/2010/main" val="460908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E8FBFF-57BB-DC77-352D-CB177C74D8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6C7F6BE-7934-462E-053C-8527ACB5D9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B8DD36E-6DCB-53FB-77F7-127785A880F3}"/>
              </a:ext>
            </a:extLst>
          </p:cNvPr>
          <p:cNvSpPr>
            <a:spLocks noGrp="1"/>
          </p:cNvSpPr>
          <p:nvPr>
            <p:ph type="dt" sz="half" idx="10"/>
          </p:nvPr>
        </p:nvSpPr>
        <p:spPr/>
        <p:txBody>
          <a:bodyPr/>
          <a:lstStyle/>
          <a:p>
            <a:fld id="{86826567-F007-40B3-AA6E-71904C2A75A7}" type="datetimeFigureOut">
              <a:rPr lang="en-AU" smtClean="0"/>
              <a:t>1/07/2024</a:t>
            </a:fld>
            <a:endParaRPr lang="en-AU"/>
          </a:p>
        </p:txBody>
      </p:sp>
      <p:sp>
        <p:nvSpPr>
          <p:cNvPr id="5" name="Footer Placeholder 4">
            <a:extLst>
              <a:ext uri="{FF2B5EF4-FFF2-40B4-BE49-F238E27FC236}">
                <a16:creationId xmlns:a16="http://schemas.microsoft.com/office/drawing/2014/main" id="{B8D0B0EB-CCC8-B497-F561-F78624DDF41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F58291E-4ED2-4E25-E9D4-D122CC72D81B}"/>
              </a:ext>
            </a:extLst>
          </p:cNvPr>
          <p:cNvSpPr>
            <a:spLocks noGrp="1"/>
          </p:cNvSpPr>
          <p:nvPr>
            <p:ph type="sldNum" sz="quarter" idx="12"/>
          </p:nvPr>
        </p:nvSpPr>
        <p:spPr/>
        <p:txBody>
          <a:bodyPr/>
          <a:lstStyle/>
          <a:p>
            <a:fld id="{D714B8A8-32D3-490C-AFA2-18DE58E2E0AA}" type="slidenum">
              <a:rPr lang="en-AU" smtClean="0"/>
              <a:t>‹#›</a:t>
            </a:fld>
            <a:endParaRPr lang="en-AU"/>
          </a:p>
        </p:txBody>
      </p:sp>
    </p:spTree>
    <p:extLst>
      <p:ext uri="{BB962C8B-B14F-4D97-AF65-F5344CB8AC3E}">
        <p14:creationId xmlns:p14="http://schemas.microsoft.com/office/powerpoint/2010/main" val="3620396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ED0298-995C-1131-3EA1-5682FF4B3A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2FEF9BD-A90F-CCEB-B972-61B1985636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B852289-16BC-A1E9-C084-5194283391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826567-F007-40B3-AA6E-71904C2A75A7}" type="datetimeFigureOut">
              <a:rPr lang="en-AU" smtClean="0"/>
              <a:t>1/07/2024</a:t>
            </a:fld>
            <a:endParaRPr lang="en-AU"/>
          </a:p>
        </p:txBody>
      </p:sp>
      <p:sp>
        <p:nvSpPr>
          <p:cNvPr id="5" name="Footer Placeholder 4">
            <a:extLst>
              <a:ext uri="{FF2B5EF4-FFF2-40B4-BE49-F238E27FC236}">
                <a16:creationId xmlns:a16="http://schemas.microsoft.com/office/drawing/2014/main" id="{E927469D-2E03-9E51-291C-D093A40117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A3EAF6A6-D402-F244-B615-223555DD57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14B8A8-32D3-490C-AFA2-18DE58E2E0AA}" type="slidenum">
              <a:rPr lang="en-AU" smtClean="0"/>
              <a:t>‹#›</a:t>
            </a:fld>
            <a:endParaRPr lang="en-AU"/>
          </a:p>
        </p:txBody>
      </p:sp>
    </p:spTree>
    <p:extLst>
      <p:ext uri="{BB962C8B-B14F-4D97-AF65-F5344CB8AC3E}">
        <p14:creationId xmlns:p14="http://schemas.microsoft.com/office/powerpoint/2010/main" val="13698645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2DEA3-DBC9-30C0-0B44-98312F67CD3A}"/>
              </a:ext>
            </a:extLst>
          </p:cNvPr>
          <p:cNvSpPr>
            <a:spLocks noGrp="1"/>
          </p:cNvSpPr>
          <p:nvPr>
            <p:ph type="ctrTitle"/>
          </p:nvPr>
        </p:nvSpPr>
        <p:spPr>
          <a:xfrm>
            <a:off x="5790181" y="1009926"/>
            <a:ext cx="5444382" cy="1402470"/>
          </a:xfrm>
        </p:spPr>
        <p:txBody>
          <a:bodyPr vert="horz" lIns="91440" tIns="45720" rIns="91440" bIns="45720" rtlCol="0" anchor="t">
            <a:normAutofit/>
          </a:bodyPr>
          <a:lstStyle/>
          <a:p>
            <a:pPr algn="l"/>
            <a:r>
              <a:rPr lang="en-US" sz="3200"/>
              <a:t>Excellent interpersonal skills</a:t>
            </a:r>
            <a:br>
              <a:rPr lang="en-US" sz="3200"/>
            </a:br>
            <a:r>
              <a:rPr lang="en-US" sz="3200"/>
              <a:t>Project proposal </a:t>
            </a:r>
          </a:p>
        </p:txBody>
      </p:sp>
      <p:pic>
        <p:nvPicPr>
          <p:cNvPr id="15" name="Picture 14" descr="A person reaching for a paper on a table full of paper and sticky notes">
            <a:extLst>
              <a:ext uri="{FF2B5EF4-FFF2-40B4-BE49-F238E27FC236}">
                <a16:creationId xmlns:a16="http://schemas.microsoft.com/office/drawing/2014/main" id="{5307E203-817C-22B7-16B7-FA17A78D3AE9}"/>
              </a:ext>
            </a:extLst>
          </p:cNvPr>
          <p:cNvPicPr>
            <a:picLocks noChangeAspect="1"/>
          </p:cNvPicPr>
          <p:nvPr/>
        </p:nvPicPr>
        <p:blipFill rotWithShape="1">
          <a:blip r:embed="rId2"/>
          <a:srcRect l="24435" r="25427" b="-1"/>
          <a:stretch/>
        </p:blipFill>
        <p:spPr>
          <a:xfrm>
            <a:off x="-1" y="10"/>
            <a:ext cx="5151179" cy="6857990"/>
          </a:xfrm>
          <a:prstGeom prst="rect">
            <a:avLst/>
          </a:prstGeom>
        </p:spPr>
      </p:pic>
      <p:cxnSp>
        <p:nvCxnSpPr>
          <p:cNvPr id="16" name="Straight Connector 15">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C61258B1-A651-6F25-63FD-C52212F9EAFD}"/>
              </a:ext>
            </a:extLst>
          </p:cNvPr>
          <p:cNvSpPr>
            <a:spLocks noGrp="1"/>
          </p:cNvSpPr>
          <p:nvPr>
            <p:ph type="subTitle" idx="1"/>
          </p:nvPr>
        </p:nvSpPr>
        <p:spPr>
          <a:xfrm>
            <a:off x="5868557" y="2551176"/>
            <a:ext cx="5444382" cy="3591207"/>
          </a:xfrm>
        </p:spPr>
        <p:txBody>
          <a:bodyPr vert="horz" lIns="91440" tIns="45720" rIns="91440" bIns="45720" rtlCol="0">
            <a:normAutofit/>
          </a:bodyPr>
          <a:lstStyle/>
          <a:p>
            <a:pPr indent="-228600" algn="l">
              <a:buFont typeface="Arial" panose="020B0604020202020204" pitchFamily="34" charset="0"/>
              <a:buChar char="•"/>
            </a:pPr>
            <a:r>
              <a:rPr lang="en-US" sz="2000" dirty="0"/>
              <a:t>Project proposal</a:t>
            </a:r>
          </a:p>
          <a:p>
            <a:pPr indent="-228600" algn="l">
              <a:buFont typeface="Arial" panose="020B0604020202020204" pitchFamily="34" charset="0"/>
              <a:buChar char="•"/>
            </a:pPr>
            <a:r>
              <a:rPr lang="en-US" sz="2000" dirty="0"/>
              <a:t>Excellent interpersonal skills to effectively communicate with cross functional teams including at all levels of the organization including both technical and non-technical.</a:t>
            </a:r>
          </a:p>
          <a:p>
            <a:pPr indent="-228600" algn="l">
              <a:buFont typeface="Arial" panose="020B0604020202020204" pitchFamily="34" charset="0"/>
              <a:buChar char="•"/>
            </a:pPr>
            <a:r>
              <a:rPr lang="en-US" sz="2000" dirty="0"/>
              <a:t>Project objectives</a:t>
            </a:r>
          </a:p>
          <a:p>
            <a:pPr indent="-228600" algn="l">
              <a:buFont typeface="Arial" panose="020B0604020202020204" pitchFamily="34" charset="0"/>
              <a:buChar char="•"/>
            </a:pPr>
            <a:r>
              <a:rPr lang="en-US" sz="2000" dirty="0"/>
              <a:t>In an ever-evolving global job market, it’s crucial that young people cultivate a multifaceted skill set to stay competitive. </a:t>
            </a:r>
          </a:p>
          <a:p>
            <a:pPr indent="-228600" algn="l">
              <a:buFont typeface="Arial" panose="020B0604020202020204" pitchFamily="34" charset="0"/>
              <a:buChar char="•"/>
            </a:pPr>
            <a:endParaRPr lang="en-US" sz="2000" dirty="0"/>
          </a:p>
        </p:txBody>
      </p:sp>
      <p:sp>
        <p:nvSpPr>
          <p:cNvPr id="4" name="Rectangle 3">
            <a:extLst>
              <a:ext uri="{FF2B5EF4-FFF2-40B4-BE49-F238E27FC236}">
                <a16:creationId xmlns:a16="http://schemas.microsoft.com/office/drawing/2014/main" id="{8DB9D901-5AAE-175C-A988-B284E725FD53}"/>
              </a:ext>
            </a:extLst>
          </p:cNvPr>
          <p:cNvSpPr/>
          <p:nvPr/>
        </p:nvSpPr>
        <p:spPr>
          <a:xfrm>
            <a:off x="5971697" y="2931949"/>
            <a:ext cx="2447108"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angle 4">
            <a:extLst>
              <a:ext uri="{FF2B5EF4-FFF2-40B4-BE49-F238E27FC236}">
                <a16:creationId xmlns:a16="http://schemas.microsoft.com/office/drawing/2014/main" id="{27827E51-F94D-0DCA-3267-6235BDA54A7F}"/>
              </a:ext>
            </a:extLst>
          </p:cNvPr>
          <p:cNvSpPr/>
          <p:nvPr/>
        </p:nvSpPr>
        <p:spPr>
          <a:xfrm flipV="1">
            <a:off x="5868557" y="4537166"/>
            <a:ext cx="3092563"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4321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52C5D-969A-CF1C-8706-556A064D5469}"/>
              </a:ext>
            </a:extLst>
          </p:cNvPr>
          <p:cNvSpPr>
            <a:spLocks noGrp="1"/>
          </p:cNvSpPr>
          <p:nvPr>
            <p:ph type="title"/>
          </p:nvPr>
        </p:nvSpPr>
        <p:spPr>
          <a:xfrm>
            <a:off x="200298" y="1141711"/>
            <a:ext cx="4249783" cy="5716289"/>
          </a:xfrm>
        </p:spPr>
        <p:txBody>
          <a:bodyPr vert="horz" lIns="91440" tIns="45720" rIns="91440" bIns="45720" rtlCol="0" anchor="t">
            <a:normAutofit/>
          </a:bodyPr>
          <a:lstStyle/>
          <a:p>
            <a:r>
              <a:rPr lang="en-US" sz="1200" dirty="0"/>
              <a:t>Project Milestones (plan)</a:t>
            </a:r>
            <a:br>
              <a:rPr lang="en-US" sz="1200" dirty="0"/>
            </a:br>
            <a:br>
              <a:rPr lang="en-US" sz="1200" dirty="0"/>
            </a:br>
            <a:r>
              <a:rPr lang="en-US" sz="1200" dirty="0"/>
              <a:t>Navigating the Technology of Today and Tomorrow</a:t>
            </a:r>
            <a:br>
              <a:rPr lang="en-US" sz="1200" dirty="0"/>
            </a:br>
            <a:r>
              <a:rPr lang="en-US" sz="1200" dirty="0"/>
              <a:t>Digital skills</a:t>
            </a:r>
            <a:br>
              <a:rPr lang="en-US" sz="1200" dirty="0"/>
            </a:br>
            <a:r>
              <a:rPr lang="en-US" sz="1200" dirty="0"/>
              <a:t>Goal setting, To-do lists and checklists.</a:t>
            </a:r>
            <a:br>
              <a:rPr lang="en-US" sz="1200" dirty="0"/>
            </a:br>
            <a:r>
              <a:rPr lang="en-US" sz="1200" dirty="0"/>
              <a:t>Prioritizing, Evaluating urgent tasks.</a:t>
            </a:r>
            <a:br>
              <a:rPr lang="en-US" sz="1200" dirty="0"/>
            </a:br>
            <a:r>
              <a:rPr lang="en-US" sz="1200" dirty="0"/>
              <a:t>Auditing and improving workflows, Filtering notifications.</a:t>
            </a:r>
            <a:br>
              <a:rPr lang="en-US" sz="1200" dirty="0"/>
            </a:br>
            <a:r>
              <a:rPr lang="en-US" sz="1200" dirty="0"/>
              <a:t>Setting thoughtful deadlines.</a:t>
            </a:r>
            <a:br>
              <a:rPr lang="en-US" sz="1200" dirty="0"/>
            </a:br>
            <a:r>
              <a:rPr lang="en-US" sz="1200" dirty="0"/>
              <a:t>Employee development programs</a:t>
            </a:r>
            <a:br>
              <a:rPr lang="en-US" sz="1200" dirty="0"/>
            </a:br>
            <a:r>
              <a:rPr lang="en-US" sz="1200" dirty="0"/>
              <a:t>Schedule meetings, Focus on outcomes</a:t>
            </a:r>
            <a:br>
              <a:rPr lang="en-US" sz="1200" dirty="0"/>
            </a:br>
            <a:r>
              <a:rPr lang="en-US" sz="1200" dirty="0"/>
              <a:t>Teamwork, individual task</a:t>
            </a:r>
            <a:br>
              <a:rPr lang="en-US" sz="1200" dirty="0"/>
            </a:br>
            <a:r>
              <a:rPr lang="en-US" sz="1200" dirty="0"/>
              <a:t>Growth mindset, Productivity</a:t>
            </a:r>
            <a:br>
              <a:rPr lang="en-US" sz="1200" dirty="0"/>
            </a:br>
            <a:r>
              <a:rPr lang="en-US" sz="1200" dirty="0"/>
              <a:t>Time frame</a:t>
            </a:r>
            <a:br>
              <a:rPr lang="en-US" sz="1200" dirty="0"/>
            </a:br>
            <a:br>
              <a:rPr lang="en-US" sz="1200" dirty="0"/>
            </a:br>
            <a:r>
              <a:rPr lang="en-US" sz="1200" dirty="0"/>
              <a:t>Impact</a:t>
            </a:r>
            <a:br>
              <a:rPr lang="en-US" sz="1200" dirty="0"/>
            </a:br>
            <a:br>
              <a:rPr lang="en-US" sz="1200" dirty="0"/>
            </a:br>
            <a:r>
              <a:rPr lang="en-US" sz="1200" dirty="0"/>
              <a:t>Through programs, learners can access training, support, and a path to meaningful employment. Developing skills through employment programs like ours can help you become more competitive in the job market and can help you increase your earning potential. It also help in both personal and organization growth.</a:t>
            </a:r>
            <a:br>
              <a:rPr lang="en-US" sz="1200" dirty="0"/>
            </a:br>
            <a:br>
              <a:rPr lang="en-US" sz="1200" dirty="0"/>
            </a:br>
            <a:br>
              <a:rPr lang="en-US" sz="1200" dirty="0"/>
            </a:br>
            <a:r>
              <a:rPr lang="en-US" sz="1200" dirty="0"/>
              <a:t>Budget and Time</a:t>
            </a:r>
            <a:br>
              <a:rPr lang="en-US" sz="1200" dirty="0"/>
            </a:br>
            <a:br>
              <a:rPr lang="en-US" sz="1200" dirty="0"/>
            </a:br>
            <a:r>
              <a:rPr lang="en-US" sz="1200" dirty="0"/>
              <a:t>Schedule: important ongoing projects, within 6-month timeframe, In minimum budget by filtering what is urgent and important.</a:t>
            </a:r>
            <a:br>
              <a:rPr lang="en-US" sz="1200" dirty="0"/>
            </a:br>
            <a:br>
              <a:rPr lang="en-US" sz="1200" dirty="0"/>
            </a:br>
            <a:r>
              <a:rPr lang="en-US" sz="1200" dirty="0"/>
              <a:t>Project Deliverables</a:t>
            </a:r>
            <a:br>
              <a:rPr lang="en-US" sz="1200" dirty="0"/>
            </a:br>
            <a:br>
              <a:rPr lang="en-US" sz="1200" dirty="0"/>
            </a:br>
            <a:r>
              <a:rPr lang="en-US" sz="1200" dirty="0"/>
              <a:t>This project helps many individuals and increase profit for organization with good plan and services.</a:t>
            </a:r>
            <a:br>
              <a:rPr lang="en-US" sz="1200" dirty="0"/>
            </a:br>
            <a:endParaRPr lang="en-US" sz="1200" dirty="0"/>
          </a:p>
        </p:txBody>
      </p:sp>
      <p:cxnSp>
        <p:nvCxnSpPr>
          <p:cNvPr id="8" name="Straight Connector 7">
            <a:extLst>
              <a:ext uri="{FF2B5EF4-FFF2-40B4-BE49-F238E27FC236}">
                <a16:creationId xmlns:a16="http://schemas.microsoft.com/office/drawing/2014/main" id="{33193FD5-6A49-7562-EA76-F15D42E158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4" name="Picture 3" descr="Sticky notes on a wall">
            <a:extLst>
              <a:ext uri="{FF2B5EF4-FFF2-40B4-BE49-F238E27FC236}">
                <a16:creationId xmlns:a16="http://schemas.microsoft.com/office/drawing/2014/main" id="{476A0C63-C552-D0D9-B54B-A7F3B9928E13}"/>
              </a:ext>
            </a:extLst>
          </p:cNvPr>
          <p:cNvPicPr>
            <a:picLocks noChangeAspect="1"/>
          </p:cNvPicPr>
          <p:nvPr/>
        </p:nvPicPr>
        <p:blipFill rotWithShape="1">
          <a:blip r:embed="rId2"/>
          <a:srcRect l="11340" r="11604" b="2"/>
          <a:stretch/>
        </p:blipFill>
        <p:spPr>
          <a:xfrm>
            <a:off x="4615543" y="10"/>
            <a:ext cx="7576458" cy="6857990"/>
          </a:xfrm>
          <a:prstGeom prst="rect">
            <a:avLst/>
          </a:prstGeom>
        </p:spPr>
      </p:pic>
      <p:sp>
        <p:nvSpPr>
          <p:cNvPr id="3" name="Rectangle 2">
            <a:extLst>
              <a:ext uri="{FF2B5EF4-FFF2-40B4-BE49-F238E27FC236}">
                <a16:creationId xmlns:a16="http://schemas.microsoft.com/office/drawing/2014/main" id="{E33E00E2-4EC8-B8C3-095A-367443EFD054}"/>
              </a:ext>
            </a:extLst>
          </p:cNvPr>
          <p:cNvSpPr/>
          <p:nvPr/>
        </p:nvSpPr>
        <p:spPr>
          <a:xfrm>
            <a:off x="200298" y="1341121"/>
            <a:ext cx="2751908" cy="631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angle 4">
            <a:extLst>
              <a:ext uri="{FF2B5EF4-FFF2-40B4-BE49-F238E27FC236}">
                <a16:creationId xmlns:a16="http://schemas.microsoft.com/office/drawing/2014/main" id="{8E1A8D91-45F8-AE13-578E-74026615308E}"/>
              </a:ext>
            </a:extLst>
          </p:cNvPr>
          <p:cNvSpPr/>
          <p:nvPr/>
        </p:nvSpPr>
        <p:spPr>
          <a:xfrm>
            <a:off x="200298" y="3709852"/>
            <a:ext cx="3161211"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CD8EF325-E297-A428-DBA5-6C8116D7D128}"/>
              </a:ext>
            </a:extLst>
          </p:cNvPr>
          <p:cNvSpPr/>
          <p:nvPr/>
        </p:nvSpPr>
        <p:spPr>
          <a:xfrm>
            <a:off x="200298" y="5378631"/>
            <a:ext cx="2299063"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9DDBA046-2D68-4060-3BA5-6C00E955A823}"/>
              </a:ext>
            </a:extLst>
          </p:cNvPr>
          <p:cNvSpPr/>
          <p:nvPr/>
        </p:nvSpPr>
        <p:spPr>
          <a:xfrm>
            <a:off x="200298" y="6106886"/>
            <a:ext cx="170688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928041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235</Words>
  <Application>Microsoft Office PowerPoint</Application>
  <PresentationFormat>Widescreen</PresentationFormat>
  <Paragraphs>6</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Excellent interpersonal skills Project proposal </vt:lpstr>
      <vt:lpstr>Project Milestones (plan)  Navigating the Technology of Today and Tomorrow Digital skills Goal setting, To-do lists and checklists. Prioritizing, Evaluating urgent tasks. Auditing and improving workflows, Filtering notifications. Setting thoughtful deadlines. Employee development programs Schedule meetings, Focus on outcomes Teamwork, individual task Growth mindset, Productivity Time frame  Impact  Through programs, learners can access training, support, and a path to meaningful employment. Developing skills through employment programs like ours can help you become more competitive in the job market and can help you increase your earning potential. It also help in both personal and organization growth.   Budget and Time  Schedule: important ongoing projects, within 6-month timeframe, In minimum budget by filtering what is urgent and important.  Project Deliverables  This project helps many individuals and increase profit for organization with good plan and services.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varsha chaudhary</dc:creator>
  <cp:lastModifiedBy>varsha chaudhary</cp:lastModifiedBy>
  <cp:revision>1</cp:revision>
  <dcterms:created xsi:type="dcterms:W3CDTF">2024-06-30T17:14:09Z</dcterms:created>
  <dcterms:modified xsi:type="dcterms:W3CDTF">2024-07-01T16:05:13Z</dcterms:modified>
</cp:coreProperties>
</file>